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3"/>
  </p:notesMasterIdLst>
  <p:sldIdLst>
    <p:sldId id="2561" r:id="rId5"/>
    <p:sldId id="2573" r:id="rId6"/>
    <p:sldId id="2564" r:id="rId7"/>
    <p:sldId id="2576" r:id="rId8"/>
    <p:sldId id="2570" r:id="rId9"/>
    <p:sldId id="2572" r:id="rId10"/>
    <p:sldId id="2577" r:id="rId11"/>
    <p:sldId id="257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sumer Spending Insights Across Canadian Provinces &amp; Income Groups" id="{FFB75882-C868-4D46-A27C-DB5A2A99CD94}">
          <p14:sldIdLst>
            <p14:sldId id="2561"/>
            <p14:sldId id="2573"/>
            <p14:sldId id="2564"/>
            <p14:sldId id="2576"/>
            <p14:sldId id="2570"/>
            <p14:sldId id="2572"/>
            <p14:sldId id="2577"/>
            <p14:sldId id="25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6BC533-C963-FC61-2AE1-53ACCF6D018D}" v="676" dt="2025-11-03T20:41:50.227"/>
    <p1510:client id="{EEACF773-6343-4A8C-BB18-6674E086F260}" v="15" dt="2025-11-01T20:55:14.243"/>
    <p1510:client id="{F7B1A037-A1FD-A494-5EEC-485A6C536591}" v="2" dt="2025-11-01T22:26:47.2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13" autoAdjust="0"/>
    <p:restoredTop sz="95165" autoAdjust="0"/>
  </p:normalViewPr>
  <p:slideViewPr>
    <p:cSldViewPr snapToGrid="0">
      <p:cViewPr varScale="1">
        <p:scale>
          <a:sx n="46" d="100"/>
          <a:sy n="46" d="100"/>
        </p:scale>
        <p:origin x="43" y="89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254067E-F142-4878-BDD6-3A14570218A5}" type="doc">
      <dgm:prSet loTypeId="urn:microsoft.com/office/officeart/2016/7/layout/RepeatingBendingProcessNew" loCatId="process" qsTypeId="urn:microsoft.com/office/officeart/2005/8/quickstyle/simple1" qsCatId="simple" csTypeId="urn:microsoft.com/office/officeart/2005/8/colors/accent3_2" csCatId="accent3" phldr="1"/>
      <dgm:spPr/>
      <dgm:t>
        <a:bodyPr/>
        <a:lstStyle/>
        <a:p>
          <a:endParaRPr lang="en-US"/>
        </a:p>
      </dgm:t>
    </dgm:pt>
    <dgm:pt modelId="{163B159E-76A4-457C-8CCF-D0E149902E78}">
      <dgm:prSet/>
      <dgm:spPr/>
      <dgm:t>
        <a:bodyPr/>
        <a:lstStyle/>
        <a:p>
          <a:r>
            <a:rPr lang="en-US" dirty="0"/>
            <a:t>The Challenge: Businesses lack knowledge on spending patterns within households and how income levels affect purchasing of goods and services</a:t>
          </a:r>
        </a:p>
      </dgm:t>
    </dgm:pt>
    <dgm:pt modelId="{09564892-7782-476A-82B4-AFF89148C9A6}" type="parTrans" cxnId="{98F11CD2-B3EA-43A6-9D94-A4898A2CF750}">
      <dgm:prSet/>
      <dgm:spPr/>
      <dgm:t>
        <a:bodyPr/>
        <a:lstStyle/>
        <a:p>
          <a:endParaRPr lang="en-US"/>
        </a:p>
      </dgm:t>
    </dgm:pt>
    <dgm:pt modelId="{E84FEF06-0FF4-47CB-8F29-4C4D8AB58780}" type="sibTrans" cxnId="{98F11CD2-B3EA-43A6-9D94-A4898A2CF750}">
      <dgm:prSet/>
      <dgm:spPr/>
      <dgm:t>
        <a:bodyPr/>
        <a:lstStyle/>
        <a:p>
          <a:endParaRPr lang="en-US"/>
        </a:p>
      </dgm:t>
    </dgm:pt>
    <dgm:pt modelId="{66F1D4C3-D465-4FC9-9FEC-98572989CE9E}">
      <dgm:prSet/>
      <dgm:spPr/>
      <dgm:t>
        <a:bodyPr/>
        <a:lstStyle/>
        <a:p>
          <a:r>
            <a:rPr lang="en-US"/>
            <a:t>The Solution: A data-driven analysis of provincial household spending</a:t>
          </a:r>
        </a:p>
      </dgm:t>
    </dgm:pt>
    <dgm:pt modelId="{9927677B-AFA8-4024-BE27-335F263D7A20}" type="parTrans" cxnId="{355CBC2E-19F7-444C-BFCA-D015C393DA60}">
      <dgm:prSet/>
      <dgm:spPr/>
      <dgm:t>
        <a:bodyPr/>
        <a:lstStyle/>
        <a:p>
          <a:endParaRPr lang="en-US"/>
        </a:p>
      </dgm:t>
    </dgm:pt>
    <dgm:pt modelId="{3AE40F79-8A02-4E15-8453-FE641E7A53B0}" type="sibTrans" cxnId="{355CBC2E-19F7-444C-BFCA-D015C393DA60}">
      <dgm:prSet/>
      <dgm:spPr/>
      <dgm:t>
        <a:bodyPr/>
        <a:lstStyle/>
        <a:p>
          <a:endParaRPr lang="en-US"/>
        </a:p>
      </dgm:t>
    </dgm:pt>
    <dgm:pt modelId="{A362D7F8-A6A7-48EA-A8C6-20FA96188D6B}">
      <dgm:prSet/>
      <dgm:spPr/>
      <dgm:t>
        <a:bodyPr/>
        <a:lstStyle/>
        <a:p>
          <a:r>
            <a:rPr lang="en-US"/>
            <a:t>The Outcome: A clear strategy answering the 3 W's:</a:t>
          </a:r>
        </a:p>
      </dgm:t>
    </dgm:pt>
    <dgm:pt modelId="{E43B23E5-933B-45AB-9DAB-A808438CA983}" type="parTrans" cxnId="{3478F877-8807-435F-B71D-7FB1C367A17F}">
      <dgm:prSet/>
      <dgm:spPr/>
      <dgm:t>
        <a:bodyPr/>
        <a:lstStyle/>
        <a:p>
          <a:endParaRPr lang="en-US"/>
        </a:p>
      </dgm:t>
    </dgm:pt>
    <dgm:pt modelId="{EFCED3EE-E365-4CEC-8918-81BF465453FC}" type="sibTrans" cxnId="{3478F877-8807-435F-B71D-7FB1C367A17F}">
      <dgm:prSet/>
      <dgm:spPr/>
      <dgm:t>
        <a:bodyPr/>
        <a:lstStyle/>
        <a:p>
          <a:endParaRPr lang="en-US"/>
        </a:p>
      </dgm:t>
    </dgm:pt>
    <dgm:pt modelId="{E7DE1DC1-572E-4D8F-91E9-CAB58B42E816}">
      <dgm:prSet/>
      <dgm:spPr/>
      <dgm:t>
        <a:bodyPr/>
        <a:lstStyle/>
        <a:p>
          <a:r>
            <a:rPr lang="en-US"/>
            <a:t>WHERE to expand</a:t>
          </a:r>
        </a:p>
      </dgm:t>
    </dgm:pt>
    <dgm:pt modelId="{97EA4644-BF28-41B8-A712-3CE6E773F6DE}" type="parTrans" cxnId="{48F49099-9CDF-48C1-9F1D-4F954C5F9AEE}">
      <dgm:prSet/>
      <dgm:spPr/>
      <dgm:t>
        <a:bodyPr/>
        <a:lstStyle/>
        <a:p>
          <a:endParaRPr lang="en-US"/>
        </a:p>
      </dgm:t>
    </dgm:pt>
    <dgm:pt modelId="{D80C6265-0315-41BD-8FCE-42EC41997EB8}" type="sibTrans" cxnId="{48F49099-9CDF-48C1-9F1D-4F954C5F9AEE}">
      <dgm:prSet/>
      <dgm:spPr/>
      <dgm:t>
        <a:bodyPr/>
        <a:lstStyle/>
        <a:p>
          <a:endParaRPr lang="en-US"/>
        </a:p>
      </dgm:t>
    </dgm:pt>
    <dgm:pt modelId="{B486E819-6F8D-433A-8599-668F45B7425F}">
      <dgm:prSet/>
      <dgm:spPr/>
      <dgm:t>
        <a:bodyPr/>
        <a:lstStyle/>
        <a:p>
          <a:r>
            <a:rPr lang="en-US"/>
            <a:t>WHO to target</a:t>
          </a:r>
        </a:p>
      </dgm:t>
    </dgm:pt>
    <dgm:pt modelId="{F2A3FBA4-A828-4A17-AEF6-6C72A8239A10}" type="parTrans" cxnId="{CFE6D1F0-4CE2-4D05-A9F3-EA3D81C7F51F}">
      <dgm:prSet/>
      <dgm:spPr/>
      <dgm:t>
        <a:bodyPr/>
        <a:lstStyle/>
        <a:p>
          <a:endParaRPr lang="en-US"/>
        </a:p>
      </dgm:t>
    </dgm:pt>
    <dgm:pt modelId="{83DF8FF3-3633-44ED-AA5D-6D815AEF4339}" type="sibTrans" cxnId="{CFE6D1F0-4CE2-4D05-A9F3-EA3D81C7F51F}">
      <dgm:prSet/>
      <dgm:spPr/>
      <dgm:t>
        <a:bodyPr/>
        <a:lstStyle/>
        <a:p>
          <a:endParaRPr lang="en-US"/>
        </a:p>
      </dgm:t>
    </dgm:pt>
    <dgm:pt modelId="{A4C925DB-87A5-472C-AD90-BA42FC979575}">
      <dgm:prSet/>
      <dgm:spPr/>
      <dgm:t>
        <a:bodyPr/>
        <a:lstStyle/>
        <a:p>
          <a:r>
            <a:rPr lang="en-US"/>
            <a:t>WHAT to offer</a:t>
          </a:r>
        </a:p>
      </dgm:t>
    </dgm:pt>
    <dgm:pt modelId="{A0883BDA-6EE8-4A94-B5CC-C52057D3E8C9}" type="parTrans" cxnId="{C20B793B-DF96-4727-A9E1-EE81431490EF}">
      <dgm:prSet/>
      <dgm:spPr/>
      <dgm:t>
        <a:bodyPr/>
        <a:lstStyle/>
        <a:p>
          <a:endParaRPr lang="en-US"/>
        </a:p>
      </dgm:t>
    </dgm:pt>
    <dgm:pt modelId="{8F888C26-EA44-4BD2-B79C-D15DEF96FE66}" type="sibTrans" cxnId="{C20B793B-DF96-4727-A9E1-EE81431490EF}">
      <dgm:prSet/>
      <dgm:spPr/>
      <dgm:t>
        <a:bodyPr/>
        <a:lstStyle/>
        <a:p>
          <a:endParaRPr lang="en-US"/>
        </a:p>
      </dgm:t>
    </dgm:pt>
    <dgm:pt modelId="{1D2258BB-CA9C-4B3D-B1A3-D82FB2979B51}" type="pres">
      <dgm:prSet presAssocID="{6254067E-F142-4878-BDD6-3A14570218A5}" presName="Name0" presStyleCnt="0">
        <dgm:presLayoutVars>
          <dgm:dir/>
          <dgm:resizeHandles val="exact"/>
        </dgm:presLayoutVars>
      </dgm:prSet>
      <dgm:spPr/>
    </dgm:pt>
    <dgm:pt modelId="{73441DC0-48A2-4A6F-B521-A5F8368681FA}" type="pres">
      <dgm:prSet presAssocID="{163B159E-76A4-457C-8CCF-D0E149902E78}" presName="node" presStyleLbl="node1" presStyleIdx="0" presStyleCnt="6">
        <dgm:presLayoutVars>
          <dgm:bulletEnabled val="1"/>
        </dgm:presLayoutVars>
      </dgm:prSet>
      <dgm:spPr/>
    </dgm:pt>
    <dgm:pt modelId="{AAE90A61-3D4D-4F56-9208-9CB5C172262B}" type="pres">
      <dgm:prSet presAssocID="{E84FEF06-0FF4-47CB-8F29-4C4D8AB58780}" presName="sibTrans" presStyleLbl="sibTrans1D1" presStyleIdx="0" presStyleCnt="5"/>
      <dgm:spPr/>
    </dgm:pt>
    <dgm:pt modelId="{24C5F2BD-2BFE-42B4-961B-7974C56FABE1}" type="pres">
      <dgm:prSet presAssocID="{E84FEF06-0FF4-47CB-8F29-4C4D8AB58780}" presName="connectorText" presStyleLbl="sibTrans1D1" presStyleIdx="0" presStyleCnt="5"/>
      <dgm:spPr/>
    </dgm:pt>
    <dgm:pt modelId="{BC908AA0-101E-466F-B708-929BD3CE4703}" type="pres">
      <dgm:prSet presAssocID="{66F1D4C3-D465-4FC9-9FEC-98572989CE9E}" presName="node" presStyleLbl="node1" presStyleIdx="1" presStyleCnt="6">
        <dgm:presLayoutVars>
          <dgm:bulletEnabled val="1"/>
        </dgm:presLayoutVars>
      </dgm:prSet>
      <dgm:spPr/>
    </dgm:pt>
    <dgm:pt modelId="{A7E22652-C412-41CB-B86A-60A1FFAE45C1}" type="pres">
      <dgm:prSet presAssocID="{3AE40F79-8A02-4E15-8453-FE641E7A53B0}" presName="sibTrans" presStyleLbl="sibTrans1D1" presStyleIdx="1" presStyleCnt="5"/>
      <dgm:spPr/>
    </dgm:pt>
    <dgm:pt modelId="{53D3EE78-D8C2-4260-A120-917C1394EA76}" type="pres">
      <dgm:prSet presAssocID="{3AE40F79-8A02-4E15-8453-FE641E7A53B0}" presName="connectorText" presStyleLbl="sibTrans1D1" presStyleIdx="1" presStyleCnt="5"/>
      <dgm:spPr/>
    </dgm:pt>
    <dgm:pt modelId="{BD6E87F1-329F-46BB-A979-2063A31486E1}" type="pres">
      <dgm:prSet presAssocID="{A362D7F8-A6A7-48EA-A8C6-20FA96188D6B}" presName="node" presStyleLbl="node1" presStyleIdx="2" presStyleCnt="6">
        <dgm:presLayoutVars>
          <dgm:bulletEnabled val="1"/>
        </dgm:presLayoutVars>
      </dgm:prSet>
      <dgm:spPr/>
    </dgm:pt>
    <dgm:pt modelId="{F911EAB1-9889-4EDC-BC6A-266F5C1769E3}" type="pres">
      <dgm:prSet presAssocID="{EFCED3EE-E365-4CEC-8918-81BF465453FC}" presName="sibTrans" presStyleLbl="sibTrans1D1" presStyleIdx="2" presStyleCnt="5"/>
      <dgm:spPr/>
    </dgm:pt>
    <dgm:pt modelId="{15D66C4D-F459-4DD5-AF3C-486CABB6873C}" type="pres">
      <dgm:prSet presAssocID="{EFCED3EE-E365-4CEC-8918-81BF465453FC}" presName="connectorText" presStyleLbl="sibTrans1D1" presStyleIdx="2" presStyleCnt="5"/>
      <dgm:spPr/>
    </dgm:pt>
    <dgm:pt modelId="{BE1D02C8-BD78-4524-9EFE-F7E35C8F2D66}" type="pres">
      <dgm:prSet presAssocID="{E7DE1DC1-572E-4D8F-91E9-CAB58B42E816}" presName="node" presStyleLbl="node1" presStyleIdx="3" presStyleCnt="6">
        <dgm:presLayoutVars>
          <dgm:bulletEnabled val="1"/>
        </dgm:presLayoutVars>
      </dgm:prSet>
      <dgm:spPr/>
    </dgm:pt>
    <dgm:pt modelId="{86AB84EB-72EF-419A-ACA3-8AA3889BF7F8}" type="pres">
      <dgm:prSet presAssocID="{D80C6265-0315-41BD-8FCE-42EC41997EB8}" presName="sibTrans" presStyleLbl="sibTrans1D1" presStyleIdx="3" presStyleCnt="5"/>
      <dgm:spPr/>
    </dgm:pt>
    <dgm:pt modelId="{7D263B30-7906-4FEF-9A24-DE1113AEABDF}" type="pres">
      <dgm:prSet presAssocID="{D80C6265-0315-41BD-8FCE-42EC41997EB8}" presName="connectorText" presStyleLbl="sibTrans1D1" presStyleIdx="3" presStyleCnt="5"/>
      <dgm:spPr/>
    </dgm:pt>
    <dgm:pt modelId="{9A319F75-D28E-4BB1-85AE-3ABBBC72ACE9}" type="pres">
      <dgm:prSet presAssocID="{B486E819-6F8D-433A-8599-668F45B7425F}" presName="node" presStyleLbl="node1" presStyleIdx="4" presStyleCnt="6">
        <dgm:presLayoutVars>
          <dgm:bulletEnabled val="1"/>
        </dgm:presLayoutVars>
      </dgm:prSet>
      <dgm:spPr/>
    </dgm:pt>
    <dgm:pt modelId="{F5F7BBEC-C4E4-48AF-8CF3-98C4AE08081C}" type="pres">
      <dgm:prSet presAssocID="{83DF8FF3-3633-44ED-AA5D-6D815AEF4339}" presName="sibTrans" presStyleLbl="sibTrans1D1" presStyleIdx="4" presStyleCnt="5"/>
      <dgm:spPr/>
    </dgm:pt>
    <dgm:pt modelId="{A84C6C9B-C115-4936-BE76-88E454DC0DF1}" type="pres">
      <dgm:prSet presAssocID="{83DF8FF3-3633-44ED-AA5D-6D815AEF4339}" presName="connectorText" presStyleLbl="sibTrans1D1" presStyleIdx="4" presStyleCnt="5"/>
      <dgm:spPr/>
    </dgm:pt>
    <dgm:pt modelId="{671CC50E-00B2-40D6-B1BC-A8E4BFF10304}" type="pres">
      <dgm:prSet presAssocID="{A4C925DB-87A5-472C-AD90-BA42FC979575}" presName="node" presStyleLbl="node1" presStyleIdx="5" presStyleCnt="6">
        <dgm:presLayoutVars>
          <dgm:bulletEnabled val="1"/>
        </dgm:presLayoutVars>
      </dgm:prSet>
      <dgm:spPr/>
    </dgm:pt>
  </dgm:ptLst>
  <dgm:cxnLst>
    <dgm:cxn modelId="{52842300-2253-4C7A-9459-8D043DE4733F}" type="presOf" srcId="{E7DE1DC1-572E-4D8F-91E9-CAB58B42E816}" destId="{BE1D02C8-BD78-4524-9EFE-F7E35C8F2D66}" srcOrd="0" destOrd="0" presId="urn:microsoft.com/office/officeart/2016/7/layout/RepeatingBendingProcessNew"/>
    <dgm:cxn modelId="{27080B0A-EC68-4DE8-AFF3-A29F17D64E08}" type="presOf" srcId="{83DF8FF3-3633-44ED-AA5D-6D815AEF4339}" destId="{A84C6C9B-C115-4936-BE76-88E454DC0DF1}" srcOrd="1" destOrd="0" presId="urn:microsoft.com/office/officeart/2016/7/layout/RepeatingBendingProcessNew"/>
    <dgm:cxn modelId="{0609C41B-23F6-4E55-AE67-7309498EB57F}" type="presOf" srcId="{D80C6265-0315-41BD-8FCE-42EC41997EB8}" destId="{7D263B30-7906-4FEF-9A24-DE1113AEABDF}" srcOrd="1" destOrd="0" presId="urn:microsoft.com/office/officeart/2016/7/layout/RepeatingBendingProcessNew"/>
    <dgm:cxn modelId="{3F3D181E-CF17-45EE-B549-F25DCEC2956F}" type="presOf" srcId="{A362D7F8-A6A7-48EA-A8C6-20FA96188D6B}" destId="{BD6E87F1-329F-46BB-A979-2063A31486E1}" srcOrd="0" destOrd="0" presId="urn:microsoft.com/office/officeart/2016/7/layout/RepeatingBendingProcessNew"/>
    <dgm:cxn modelId="{355CBC2E-19F7-444C-BFCA-D015C393DA60}" srcId="{6254067E-F142-4878-BDD6-3A14570218A5}" destId="{66F1D4C3-D465-4FC9-9FEC-98572989CE9E}" srcOrd="1" destOrd="0" parTransId="{9927677B-AFA8-4024-BE27-335F263D7A20}" sibTransId="{3AE40F79-8A02-4E15-8453-FE641E7A53B0}"/>
    <dgm:cxn modelId="{C20B793B-DF96-4727-A9E1-EE81431490EF}" srcId="{6254067E-F142-4878-BDD6-3A14570218A5}" destId="{A4C925DB-87A5-472C-AD90-BA42FC979575}" srcOrd="5" destOrd="0" parTransId="{A0883BDA-6EE8-4A94-B5CC-C52057D3E8C9}" sibTransId="{8F888C26-EA44-4BD2-B79C-D15DEF96FE66}"/>
    <dgm:cxn modelId="{96F32862-8EC7-4323-8EA4-EAA544279961}" type="presOf" srcId="{B486E819-6F8D-433A-8599-668F45B7425F}" destId="{9A319F75-D28E-4BB1-85AE-3ABBBC72ACE9}" srcOrd="0" destOrd="0" presId="urn:microsoft.com/office/officeart/2016/7/layout/RepeatingBendingProcessNew"/>
    <dgm:cxn modelId="{EDF2BB65-A799-4692-B2C3-DA137616C364}" type="presOf" srcId="{6254067E-F142-4878-BDD6-3A14570218A5}" destId="{1D2258BB-CA9C-4B3D-B1A3-D82FB2979B51}" srcOrd="0" destOrd="0" presId="urn:microsoft.com/office/officeart/2016/7/layout/RepeatingBendingProcessNew"/>
    <dgm:cxn modelId="{371A2269-9907-4797-BB8F-5D15406D1BDD}" type="presOf" srcId="{3AE40F79-8A02-4E15-8453-FE641E7A53B0}" destId="{53D3EE78-D8C2-4260-A120-917C1394EA76}" srcOrd="1" destOrd="0" presId="urn:microsoft.com/office/officeart/2016/7/layout/RepeatingBendingProcessNew"/>
    <dgm:cxn modelId="{27074D6F-DADC-4BF8-B406-8F86835DC2ED}" type="presOf" srcId="{E84FEF06-0FF4-47CB-8F29-4C4D8AB58780}" destId="{AAE90A61-3D4D-4F56-9208-9CB5C172262B}" srcOrd="0" destOrd="0" presId="urn:microsoft.com/office/officeart/2016/7/layout/RepeatingBendingProcessNew"/>
    <dgm:cxn modelId="{52A4A871-0575-4297-9535-190855769FE6}" type="presOf" srcId="{EFCED3EE-E365-4CEC-8918-81BF465453FC}" destId="{F911EAB1-9889-4EDC-BC6A-266F5C1769E3}" srcOrd="0" destOrd="0" presId="urn:microsoft.com/office/officeart/2016/7/layout/RepeatingBendingProcessNew"/>
    <dgm:cxn modelId="{3478F877-8807-435F-B71D-7FB1C367A17F}" srcId="{6254067E-F142-4878-BDD6-3A14570218A5}" destId="{A362D7F8-A6A7-48EA-A8C6-20FA96188D6B}" srcOrd="2" destOrd="0" parTransId="{E43B23E5-933B-45AB-9DAB-A808438CA983}" sibTransId="{EFCED3EE-E365-4CEC-8918-81BF465453FC}"/>
    <dgm:cxn modelId="{AB71BE59-1188-439B-8C16-978B37826AE8}" type="presOf" srcId="{A4C925DB-87A5-472C-AD90-BA42FC979575}" destId="{671CC50E-00B2-40D6-B1BC-A8E4BFF10304}" srcOrd="0" destOrd="0" presId="urn:microsoft.com/office/officeart/2016/7/layout/RepeatingBendingProcessNew"/>
    <dgm:cxn modelId="{0A4F778B-27F2-42BF-8CE5-346E75B38BCF}" type="presOf" srcId="{D80C6265-0315-41BD-8FCE-42EC41997EB8}" destId="{86AB84EB-72EF-419A-ACA3-8AA3889BF7F8}" srcOrd="0" destOrd="0" presId="urn:microsoft.com/office/officeart/2016/7/layout/RepeatingBendingProcessNew"/>
    <dgm:cxn modelId="{7E2CF195-8631-4327-B0C8-1711DE1A452D}" type="presOf" srcId="{E84FEF06-0FF4-47CB-8F29-4C4D8AB58780}" destId="{24C5F2BD-2BFE-42B4-961B-7974C56FABE1}" srcOrd="1" destOrd="0" presId="urn:microsoft.com/office/officeart/2016/7/layout/RepeatingBendingProcessNew"/>
    <dgm:cxn modelId="{48F49099-9CDF-48C1-9F1D-4F954C5F9AEE}" srcId="{6254067E-F142-4878-BDD6-3A14570218A5}" destId="{E7DE1DC1-572E-4D8F-91E9-CAB58B42E816}" srcOrd="3" destOrd="0" parTransId="{97EA4644-BF28-41B8-A712-3CE6E773F6DE}" sibTransId="{D80C6265-0315-41BD-8FCE-42EC41997EB8}"/>
    <dgm:cxn modelId="{7EF791B7-073B-4532-8677-45478273D745}" type="presOf" srcId="{66F1D4C3-D465-4FC9-9FEC-98572989CE9E}" destId="{BC908AA0-101E-466F-B708-929BD3CE4703}" srcOrd="0" destOrd="0" presId="urn:microsoft.com/office/officeart/2016/7/layout/RepeatingBendingProcessNew"/>
    <dgm:cxn modelId="{CFF426CD-B5FA-4095-827B-C4504C8DCC8E}" type="presOf" srcId="{3AE40F79-8A02-4E15-8453-FE641E7A53B0}" destId="{A7E22652-C412-41CB-B86A-60A1FFAE45C1}" srcOrd="0" destOrd="0" presId="urn:microsoft.com/office/officeart/2016/7/layout/RepeatingBendingProcessNew"/>
    <dgm:cxn modelId="{98F11CD2-B3EA-43A6-9D94-A4898A2CF750}" srcId="{6254067E-F142-4878-BDD6-3A14570218A5}" destId="{163B159E-76A4-457C-8CCF-D0E149902E78}" srcOrd="0" destOrd="0" parTransId="{09564892-7782-476A-82B4-AFF89148C9A6}" sibTransId="{E84FEF06-0FF4-47CB-8F29-4C4D8AB58780}"/>
    <dgm:cxn modelId="{E00101D3-4534-4035-96A1-BD3B9FD5A19B}" type="presOf" srcId="{EFCED3EE-E365-4CEC-8918-81BF465453FC}" destId="{15D66C4D-F459-4DD5-AF3C-486CABB6873C}" srcOrd="1" destOrd="0" presId="urn:microsoft.com/office/officeart/2016/7/layout/RepeatingBendingProcessNew"/>
    <dgm:cxn modelId="{CFE6D1F0-4CE2-4D05-A9F3-EA3D81C7F51F}" srcId="{6254067E-F142-4878-BDD6-3A14570218A5}" destId="{B486E819-6F8D-433A-8599-668F45B7425F}" srcOrd="4" destOrd="0" parTransId="{F2A3FBA4-A828-4A17-AEF6-6C72A8239A10}" sibTransId="{83DF8FF3-3633-44ED-AA5D-6D815AEF4339}"/>
    <dgm:cxn modelId="{F85323F1-5D33-4D28-9FE1-18ACE47AAC46}" type="presOf" srcId="{163B159E-76A4-457C-8CCF-D0E149902E78}" destId="{73441DC0-48A2-4A6F-B521-A5F8368681FA}" srcOrd="0" destOrd="0" presId="urn:microsoft.com/office/officeart/2016/7/layout/RepeatingBendingProcessNew"/>
    <dgm:cxn modelId="{539C46F2-A3CF-4B2C-A40A-B31A4048FF5C}" type="presOf" srcId="{83DF8FF3-3633-44ED-AA5D-6D815AEF4339}" destId="{F5F7BBEC-C4E4-48AF-8CF3-98C4AE08081C}" srcOrd="0" destOrd="0" presId="urn:microsoft.com/office/officeart/2016/7/layout/RepeatingBendingProcessNew"/>
    <dgm:cxn modelId="{A764DFD8-95A4-4405-9520-F4D7F3276AD1}" type="presParOf" srcId="{1D2258BB-CA9C-4B3D-B1A3-D82FB2979B51}" destId="{73441DC0-48A2-4A6F-B521-A5F8368681FA}" srcOrd="0" destOrd="0" presId="urn:microsoft.com/office/officeart/2016/7/layout/RepeatingBendingProcessNew"/>
    <dgm:cxn modelId="{A1648FE9-4E1B-4DE6-A7CF-4981F8903425}" type="presParOf" srcId="{1D2258BB-CA9C-4B3D-B1A3-D82FB2979B51}" destId="{AAE90A61-3D4D-4F56-9208-9CB5C172262B}" srcOrd="1" destOrd="0" presId="urn:microsoft.com/office/officeart/2016/7/layout/RepeatingBendingProcessNew"/>
    <dgm:cxn modelId="{F8F9C0ED-57D1-4661-BECD-402BB9A9DBD2}" type="presParOf" srcId="{AAE90A61-3D4D-4F56-9208-9CB5C172262B}" destId="{24C5F2BD-2BFE-42B4-961B-7974C56FABE1}" srcOrd="0" destOrd="0" presId="urn:microsoft.com/office/officeart/2016/7/layout/RepeatingBendingProcessNew"/>
    <dgm:cxn modelId="{B92DD35C-9269-4A9A-981E-B369EE9E999E}" type="presParOf" srcId="{1D2258BB-CA9C-4B3D-B1A3-D82FB2979B51}" destId="{BC908AA0-101E-466F-B708-929BD3CE4703}" srcOrd="2" destOrd="0" presId="urn:microsoft.com/office/officeart/2016/7/layout/RepeatingBendingProcessNew"/>
    <dgm:cxn modelId="{94472E66-5194-4BCE-8EE8-7A22AB4F830F}" type="presParOf" srcId="{1D2258BB-CA9C-4B3D-B1A3-D82FB2979B51}" destId="{A7E22652-C412-41CB-B86A-60A1FFAE45C1}" srcOrd="3" destOrd="0" presId="urn:microsoft.com/office/officeart/2016/7/layout/RepeatingBendingProcessNew"/>
    <dgm:cxn modelId="{C891C2C9-77A2-4D87-A7A3-4AA2CB6A2CAD}" type="presParOf" srcId="{A7E22652-C412-41CB-B86A-60A1FFAE45C1}" destId="{53D3EE78-D8C2-4260-A120-917C1394EA76}" srcOrd="0" destOrd="0" presId="urn:microsoft.com/office/officeart/2016/7/layout/RepeatingBendingProcessNew"/>
    <dgm:cxn modelId="{4AC8D97E-6AD5-442C-8B80-A89339884169}" type="presParOf" srcId="{1D2258BB-CA9C-4B3D-B1A3-D82FB2979B51}" destId="{BD6E87F1-329F-46BB-A979-2063A31486E1}" srcOrd="4" destOrd="0" presId="urn:microsoft.com/office/officeart/2016/7/layout/RepeatingBendingProcessNew"/>
    <dgm:cxn modelId="{3D112676-EFC7-4A68-A96D-F511B12611AA}" type="presParOf" srcId="{1D2258BB-CA9C-4B3D-B1A3-D82FB2979B51}" destId="{F911EAB1-9889-4EDC-BC6A-266F5C1769E3}" srcOrd="5" destOrd="0" presId="urn:microsoft.com/office/officeart/2016/7/layout/RepeatingBendingProcessNew"/>
    <dgm:cxn modelId="{E0A1FD03-FB1A-441A-B8BA-4225793E8F9D}" type="presParOf" srcId="{F911EAB1-9889-4EDC-BC6A-266F5C1769E3}" destId="{15D66C4D-F459-4DD5-AF3C-486CABB6873C}" srcOrd="0" destOrd="0" presId="urn:microsoft.com/office/officeart/2016/7/layout/RepeatingBendingProcessNew"/>
    <dgm:cxn modelId="{689E9025-5C02-4CC5-AF5C-4F7E5E5597F4}" type="presParOf" srcId="{1D2258BB-CA9C-4B3D-B1A3-D82FB2979B51}" destId="{BE1D02C8-BD78-4524-9EFE-F7E35C8F2D66}" srcOrd="6" destOrd="0" presId="urn:microsoft.com/office/officeart/2016/7/layout/RepeatingBendingProcessNew"/>
    <dgm:cxn modelId="{2D59A0F9-9D84-4AD2-A890-E7E5F7E25E47}" type="presParOf" srcId="{1D2258BB-CA9C-4B3D-B1A3-D82FB2979B51}" destId="{86AB84EB-72EF-419A-ACA3-8AA3889BF7F8}" srcOrd="7" destOrd="0" presId="urn:microsoft.com/office/officeart/2016/7/layout/RepeatingBendingProcessNew"/>
    <dgm:cxn modelId="{D1454FFF-B088-4C42-B8E3-CCE6F35DC7BB}" type="presParOf" srcId="{86AB84EB-72EF-419A-ACA3-8AA3889BF7F8}" destId="{7D263B30-7906-4FEF-9A24-DE1113AEABDF}" srcOrd="0" destOrd="0" presId="urn:microsoft.com/office/officeart/2016/7/layout/RepeatingBendingProcessNew"/>
    <dgm:cxn modelId="{BED3CF96-AC48-4C84-BF64-C410FF04C178}" type="presParOf" srcId="{1D2258BB-CA9C-4B3D-B1A3-D82FB2979B51}" destId="{9A319F75-D28E-4BB1-85AE-3ABBBC72ACE9}" srcOrd="8" destOrd="0" presId="urn:microsoft.com/office/officeart/2016/7/layout/RepeatingBendingProcessNew"/>
    <dgm:cxn modelId="{0F01D23C-10DB-45E4-B6ED-206DA4BB418C}" type="presParOf" srcId="{1D2258BB-CA9C-4B3D-B1A3-D82FB2979B51}" destId="{F5F7BBEC-C4E4-48AF-8CF3-98C4AE08081C}" srcOrd="9" destOrd="0" presId="urn:microsoft.com/office/officeart/2016/7/layout/RepeatingBendingProcessNew"/>
    <dgm:cxn modelId="{F2E89BBB-33C3-4061-84B8-6D87A22905AE}" type="presParOf" srcId="{F5F7BBEC-C4E4-48AF-8CF3-98C4AE08081C}" destId="{A84C6C9B-C115-4936-BE76-88E454DC0DF1}" srcOrd="0" destOrd="0" presId="urn:microsoft.com/office/officeart/2016/7/layout/RepeatingBendingProcessNew"/>
    <dgm:cxn modelId="{0E28957C-D61D-4839-8C84-4F74C0F358B5}" type="presParOf" srcId="{1D2258BB-CA9C-4B3D-B1A3-D82FB2979B51}" destId="{671CC50E-00B2-40D6-B1BC-A8E4BFF10304}" srcOrd="1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E90A61-3D4D-4F56-9208-9CB5C172262B}">
      <dsp:nvSpPr>
        <dsp:cNvPr id="0" name=""/>
        <dsp:cNvSpPr/>
      </dsp:nvSpPr>
      <dsp:spPr>
        <a:xfrm>
          <a:off x="3040792" y="871221"/>
          <a:ext cx="667342" cy="91440"/>
        </a:xfrm>
        <a:custGeom>
          <a:avLst/>
          <a:gdLst/>
          <a:ahLst/>
          <a:cxnLst/>
          <a:rect l="0" t="0" r="0" b="0"/>
          <a:pathLst>
            <a:path>
              <a:moveTo>
                <a:pt x="0" y="45720"/>
              </a:moveTo>
              <a:lnTo>
                <a:pt x="667342"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57014" y="913451"/>
        <a:ext cx="34897" cy="6979"/>
      </dsp:txXfrm>
    </dsp:sp>
    <dsp:sp modelId="{73441DC0-48A2-4A6F-B521-A5F8368681FA}">
      <dsp:nvSpPr>
        <dsp:cNvPr id="0" name=""/>
        <dsp:cNvSpPr/>
      </dsp:nvSpPr>
      <dsp:spPr>
        <a:xfrm>
          <a:off x="8061" y="6582"/>
          <a:ext cx="3034531" cy="1820718"/>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711200">
            <a:lnSpc>
              <a:spcPct val="90000"/>
            </a:lnSpc>
            <a:spcBef>
              <a:spcPct val="0"/>
            </a:spcBef>
            <a:spcAft>
              <a:spcPct val="35000"/>
            </a:spcAft>
            <a:buNone/>
          </a:pPr>
          <a:r>
            <a:rPr lang="en-US" sz="1600" kern="1200" dirty="0"/>
            <a:t>The Challenge: Businesses lack knowledge on spending patterns within households and how income levels affect purchasing of goods and services</a:t>
          </a:r>
        </a:p>
      </dsp:txBody>
      <dsp:txXfrm>
        <a:off x="8061" y="6582"/>
        <a:ext cx="3034531" cy="1820718"/>
      </dsp:txXfrm>
    </dsp:sp>
    <dsp:sp modelId="{A7E22652-C412-41CB-B86A-60A1FFAE45C1}">
      <dsp:nvSpPr>
        <dsp:cNvPr id="0" name=""/>
        <dsp:cNvSpPr/>
      </dsp:nvSpPr>
      <dsp:spPr>
        <a:xfrm>
          <a:off x="6773265" y="871221"/>
          <a:ext cx="667342" cy="91440"/>
        </a:xfrm>
        <a:custGeom>
          <a:avLst/>
          <a:gdLst/>
          <a:ahLst/>
          <a:cxnLst/>
          <a:rect l="0" t="0" r="0" b="0"/>
          <a:pathLst>
            <a:path>
              <a:moveTo>
                <a:pt x="0" y="45720"/>
              </a:moveTo>
              <a:lnTo>
                <a:pt x="667342"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089488" y="913451"/>
        <a:ext cx="34897" cy="6979"/>
      </dsp:txXfrm>
    </dsp:sp>
    <dsp:sp modelId="{BC908AA0-101E-466F-B708-929BD3CE4703}">
      <dsp:nvSpPr>
        <dsp:cNvPr id="0" name=""/>
        <dsp:cNvSpPr/>
      </dsp:nvSpPr>
      <dsp:spPr>
        <a:xfrm>
          <a:off x="3740534" y="6582"/>
          <a:ext cx="3034531" cy="1820718"/>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711200">
            <a:lnSpc>
              <a:spcPct val="90000"/>
            </a:lnSpc>
            <a:spcBef>
              <a:spcPct val="0"/>
            </a:spcBef>
            <a:spcAft>
              <a:spcPct val="35000"/>
            </a:spcAft>
            <a:buNone/>
          </a:pPr>
          <a:r>
            <a:rPr lang="en-US" sz="1600" kern="1200"/>
            <a:t>The Solution: A data-driven analysis of provincial household spending</a:t>
          </a:r>
        </a:p>
      </dsp:txBody>
      <dsp:txXfrm>
        <a:off x="3740534" y="6582"/>
        <a:ext cx="3034531" cy="1820718"/>
      </dsp:txXfrm>
    </dsp:sp>
    <dsp:sp modelId="{F911EAB1-9889-4EDC-BC6A-266F5C1769E3}">
      <dsp:nvSpPr>
        <dsp:cNvPr id="0" name=""/>
        <dsp:cNvSpPr/>
      </dsp:nvSpPr>
      <dsp:spPr>
        <a:xfrm>
          <a:off x="1525326" y="1825500"/>
          <a:ext cx="7464946" cy="667342"/>
        </a:xfrm>
        <a:custGeom>
          <a:avLst/>
          <a:gdLst/>
          <a:ahLst/>
          <a:cxnLst/>
          <a:rect l="0" t="0" r="0" b="0"/>
          <a:pathLst>
            <a:path>
              <a:moveTo>
                <a:pt x="7464946" y="0"/>
              </a:moveTo>
              <a:lnTo>
                <a:pt x="7464946" y="350771"/>
              </a:lnTo>
              <a:lnTo>
                <a:pt x="0" y="350771"/>
              </a:lnTo>
              <a:lnTo>
                <a:pt x="0" y="667342"/>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70362" y="2155682"/>
        <a:ext cx="374875" cy="6979"/>
      </dsp:txXfrm>
    </dsp:sp>
    <dsp:sp modelId="{BD6E87F1-329F-46BB-A979-2063A31486E1}">
      <dsp:nvSpPr>
        <dsp:cNvPr id="0" name=""/>
        <dsp:cNvSpPr/>
      </dsp:nvSpPr>
      <dsp:spPr>
        <a:xfrm>
          <a:off x="7473007" y="6582"/>
          <a:ext cx="3034531" cy="1820718"/>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711200">
            <a:lnSpc>
              <a:spcPct val="90000"/>
            </a:lnSpc>
            <a:spcBef>
              <a:spcPct val="0"/>
            </a:spcBef>
            <a:spcAft>
              <a:spcPct val="35000"/>
            </a:spcAft>
            <a:buNone/>
          </a:pPr>
          <a:r>
            <a:rPr lang="en-US" sz="1600" kern="1200"/>
            <a:t>The Outcome: A clear strategy answering the 3 W's:</a:t>
          </a:r>
        </a:p>
      </dsp:txBody>
      <dsp:txXfrm>
        <a:off x="7473007" y="6582"/>
        <a:ext cx="3034531" cy="1820718"/>
      </dsp:txXfrm>
    </dsp:sp>
    <dsp:sp modelId="{86AB84EB-72EF-419A-ACA3-8AA3889BF7F8}">
      <dsp:nvSpPr>
        <dsp:cNvPr id="0" name=""/>
        <dsp:cNvSpPr/>
      </dsp:nvSpPr>
      <dsp:spPr>
        <a:xfrm>
          <a:off x="3040792" y="3389882"/>
          <a:ext cx="667342" cy="91440"/>
        </a:xfrm>
        <a:custGeom>
          <a:avLst/>
          <a:gdLst/>
          <a:ahLst/>
          <a:cxnLst/>
          <a:rect l="0" t="0" r="0" b="0"/>
          <a:pathLst>
            <a:path>
              <a:moveTo>
                <a:pt x="0" y="45720"/>
              </a:moveTo>
              <a:lnTo>
                <a:pt x="667342"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57014" y="3432112"/>
        <a:ext cx="34897" cy="6979"/>
      </dsp:txXfrm>
    </dsp:sp>
    <dsp:sp modelId="{BE1D02C8-BD78-4524-9EFE-F7E35C8F2D66}">
      <dsp:nvSpPr>
        <dsp:cNvPr id="0" name=""/>
        <dsp:cNvSpPr/>
      </dsp:nvSpPr>
      <dsp:spPr>
        <a:xfrm>
          <a:off x="8061" y="2525243"/>
          <a:ext cx="3034531" cy="1820718"/>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711200">
            <a:lnSpc>
              <a:spcPct val="90000"/>
            </a:lnSpc>
            <a:spcBef>
              <a:spcPct val="0"/>
            </a:spcBef>
            <a:spcAft>
              <a:spcPct val="35000"/>
            </a:spcAft>
            <a:buNone/>
          </a:pPr>
          <a:r>
            <a:rPr lang="en-US" sz="1600" kern="1200"/>
            <a:t>WHERE to expand</a:t>
          </a:r>
        </a:p>
      </dsp:txBody>
      <dsp:txXfrm>
        <a:off x="8061" y="2525243"/>
        <a:ext cx="3034531" cy="1820718"/>
      </dsp:txXfrm>
    </dsp:sp>
    <dsp:sp modelId="{F5F7BBEC-C4E4-48AF-8CF3-98C4AE08081C}">
      <dsp:nvSpPr>
        <dsp:cNvPr id="0" name=""/>
        <dsp:cNvSpPr/>
      </dsp:nvSpPr>
      <dsp:spPr>
        <a:xfrm>
          <a:off x="6773265" y="3389882"/>
          <a:ext cx="667342" cy="91440"/>
        </a:xfrm>
        <a:custGeom>
          <a:avLst/>
          <a:gdLst/>
          <a:ahLst/>
          <a:cxnLst/>
          <a:rect l="0" t="0" r="0" b="0"/>
          <a:pathLst>
            <a:path>
              <a:moveTo>
                <a:pt x="0" y="45720"/>
              </a:moveTo>
              <a:lnTo>
                <a:pt x="667342"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089488" y="3432112"/>
        <a:ext cx="34897" cy="6979"/>
      </dsp:txXfrm>
    </dsp:sp>
    <dsp:sp modelId="{9A319F75-D28E-4BB1-85AE-3ABBBC72ACE9}">
      <dsp:nvSpPr>
        <dsp:cNvPr id="0" name=""/>
        <dsp:cNvSpPr/>
      </dsp:nvSpPr>
      <dsp:spPr>
        <a:xfrm>
          <a:off x="3740534" y="2525243"/>
          <a:ext cx="3034531" cy="1820718"/>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711200">
            <a:lnSpc>
              <a:spcPct val="90000"/>
            </a:lnSpc>
            <a:spcBef>
              <a:spcPct val="0"/>
            </a:spcBef>
            <a:spcAft>
              <a:spcPct val="35000"/>
            </a:spcAft>
            <a:buNone/>
          </a:pPr>
          <a:r>
            <a:rPr lang="en-US" sz="1600" kern="1200"/>
            <a:t>WHO to target</a:t>
          </a:r>
        </a:p>
      </dsp:txBody>
      <dsp:txXfrm>
        <a:off x="3740534" y="2525243"/>
        <a:ext cx="3034531" cy="1820718"/>
      </dsp:txXfrm>
    </dsp:sp>
    <dsp:sp modelId="{671CC50E-00B2-40D6-B1BC-A8E4BFF10304}">
      <dsp:nvSpPr>
        <dsp:cNvPr id="0" name=""/>
        <dsp:cNvSpPr/>
      </dsp:nvSpPr>
      <dsp:spPr>
        <a:xfrm>
          <a:off x="7473007" y="2525243"/>
          <a:ext cx="3034531" cy="1820718"/>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711200">
            <a:lnSpc>
              <a:spcPct val="90000"/>
            </a:lnSpc>
            <a:spcBef>
              <a:spcPct val="0"/>
            </a:spcBef>
            <a:spcAft>
              <a:spcPct val="35000"/>
            </a:spcAft>
            <a:buNone/>
          </a:pPr>
          <a:r>
            <a:rPr lang="en-US" sz="1600" kern="1200"/>
            <a:t>WHAT to offer</a:t>
          </a:r>
        </a:p>
      </dsp:txBody>
      <dsp:txXfrm>
        <a:off x="7473007" y="2525243"/>
        <a:ext cx="3034531" cy="1820718"/>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BF5A4C-FDE6-41E4-980D-EABEDC546A6C}" type="datetimeFigureOut">
              <a:t>11/13/2025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EDAD32-D0CB-498E-A0A4-83FD812BB715}" type="slidenum">
              <a:t>‹#›</a:t>
            </a:fld>
            <a:endParaRPr lang="en-US"/>
          </a:p>
        </p:txBody>
      </p:sp>
    </p:spTree>
    <p:extLst>
      <p:ext uri="{BB962C8B-B14F-4D97-AF65-F5344CB8AC3E}">
        <p14:creationId xmlns:p14="http://schemas.microsoft.com/office/powerpoint/2010/main" val="4409519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a:t>
            </a:r>
          </a:p>
        </p:txBody>
      </p:sp>
      <p:sp>
        <p:nvSpPr>
          <p:cNvPr id="4" name="Slide Number Placeholder 3"/>
          <p:cNvSpPr>
            <a:spLocks noGrp="1"/>
          </p:cNvSpPr>
          <p:nvPr>
            <p:ph type="sldNum" sz="quarter" idx="5"/>
          </p:nvPr>
        </p:nvSpPr>
        <p:spPr/>
        <p:txBody>
          <a:bodyPr/>
          <a:lstStyle/>
          <a:p>
            <a:fld id="{D458E810-3436-4F7F-849C-8543B4CB9F74}" type="slidenum">
              <a:t>1</a:t>
            </a:fld>
            <a:endParaRPr lang="en-US"/>
          </a:p>
        </p:txBody>
      </p:sp>
    </p:spTree>
    <p:extLst>
      <p:ext uri="{BB962C8B-B14F-4D97-AF65-F5344CB8AC3E}">
        <p14:creationId xmlns:p14="http://schemas.microsoft.com/office/powerpoint/2010/main" val="27243866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This slide references information from the following file: https://generationye-my.sharepoint.com/personal/berniceb_genstudents_org/Documents/Microsoft%20Copilot%20Chat%20Files/Bernice_Buafor_DA_Project.pdf
The project is guided by three main objectives: First, to identify provinces with the highest spending across various categories, helping businesses pinpoint regions with strong market potential. Second, to compare spending patterns across provinces, enabling companies to tailor their offerings to regional preferences. Third, to understand how spending behavior changes with income levels, which is crucial for segmenting customers and designing targeted products and services. These objectives collectively support strategic decision-making and market expansion.
</a:t>
            </a:r>
          </a:p>
        </p:txBody>
      </p:sp>
      <p:sp>
        <p:nvSpPr>
          <p:cNvPr id="4" name="Slide Number Placeholder 3"/>
          <p:cNvSpPr>
            <a:spLocks noGrp="1"/>
          </p:cNvSpPr>
          <p:nvPr>
            <p:ph type="sldNum" sz="quarter" idx="5"/>
          </p:nvPr>
        </p:nvSpPr>
        <p:spPr/>
        <p:txBody>
          <a:bodyPr/>
          <a:lstStyle/>
          <a:p>
            <a:fld id="{D458E810-3436-4F7F-849C-8543B4CB9F74}" type="slidenum">
              <a:t>3</a:t>
            </a:fld>
            <a:endParaRPr lang="en-US"/>
          </a:p>
        </p:txBody>
      </p:sp>
    </p:spTree>
    <p:extLst>
      <p:ext uri="{BB962C8B-B14F-4D97-AF65-F5344CB8AC3E}">
        <p14:creationId xmlns:p14="http://schemas.microsoft.com/office/powerpoint/2010/main" val="33044523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Based on the dashboard insights, several strategic recommendations can be made. First, businesses should target high-spending provinces like Ontario and Alberta for marketing and product launches. Second, products should be tailored to income groups: essentials for low-income households and luxury or experience-based offerings for high-income segments. Third, expanding leisure and entertainment offerings in provinces with high spending in these categories, such as British Columbia, can capture more market share. Fourth, optimizing pricing strategies for dominant categories like Shelter and Food can improve competitiveness. Lastly, businesses should leverage seasonal trends in categories like Recreation and Entertainment to plan effective promotional campaigns.</a:t>
            </a:r>
          </a:p>
        </p:txBody>
      </p:sp>
      <p:sp>
        <p:nvSpPr>
          <p:cNvPr id="4" name="Slide Number Placeholder 3"/>
          <p:cNvSpPr>
            <a:spLocks noGrp="1"/>
          </p:cNvSpPr>
          <p:nvPr>
            <p:ph type="sldNum" sz="quarter" idx="5"/>
          </p:nvPr>
        </p:nvSpPr>
        <p:spPr/>
        <p:txBody>
          <a:bodyPr/>
          <a:lstStyle/>
          <a:p>
            <a:fld id="{D458E810-3436-4F7F-849C-8543B4CB9F74}" type="slidenum">
              <a:t>5</a:t>
            </a:fld>
            <a:endParaRPr lang="en-US"/>
          </a:p>
        </p:txBody>
      </p:sp>
    </p:spTree>
    <p:extLst>
      <p:ext uri="{BB962C8B-B14F-4D97-AF65-F5344CB8AC3E}">
        <p14:creationId xmlns:p14="http://schemas.microsoft.com/office/powerpoint/2010/main" val="32261161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To support ongoing business decisions, several key performance indicators (KPIs) are recommended. These include: Total Household Spending by Province, which helps identify high-value markets; Average Household Spending, providing a benchmark for pricing and market sizing; Top Spending Category Share, indicating which categories dominate consumer budgets; Spending by Income Group, showing how different income levels allocate their resources; and Entertainment &amp; Recreation Growth Rate, useful for tracking trends in lifestyle spending. These KPIs enable businesses to monitor changes over time and adjust strategies accordingly.</a:t>
            </a:r>
          </a:p>
        </p:txBody>
      </p:sp>
      <p:sp>
        <p:nvSpPr>
          <p:cNvPr id="4" name="Slide Number Placeholder 3"/>
          <p:cNvSpPr>
            <a:spLocks noGrp="1"/>
          </p:cNvSpPr>
          <p:nvPr>
            <p:ph type="sldNum" sz="quarter" idx="5"/>
          </p:nvPr>
        </p:nvSpPr>
        <p:spPr/>
        <p:txBody>
          <a:bodyPr/>
          <a:lstStyle/>
          <a:p>
            <a:fld id="{D458E810-3436-4F7F-849C-8543B4CB9F74}" type="slidenum">
              <a:t>6</a:t>
            </a:fld>
            <a:endParaRPr lang="en-US"/>
          </a:p>
        </p:txBody>
      </p:sp>
    </p:spTree>
    <p:extLst>
      <p:ext uri="{BB962C8B-B14F-4D97-AF65-F5344CB8AC3E}">
        <p14:creationId xmlns:p14="http://schemas.microsoft.com/office/powerpoint/2010/main" val="4381573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002" y="105879"/>
            <a:ext cx="6933398" cy="3832346"/>
          </a:xfrm>
        </p:spPr>
        <p:txBody>
          <a:bodyPr vert="horz" lIns="91440" tIns="45720" rIns="91440" bIns="45720" rtlCol="0" anchor="t">
            <a:normAutofit/>
          </a:bodyPr>
          <a:lstStyle>
            <a:lvl1pPr>
              <a:lnSpc>
                <a:spcPct val="90000"/>
              </a:lnSpc>
              <a:defRPr lang="en-US" sz="66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2000" y="4837892"/>
            <a:ext cx="4184904" cy="918015"/>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p>
        </p:txBody>
      </p:sp>
      <p:sp>
        <p:nvSpPr>
          <p:cNvPr id="13" name="Freeform: Shape 12">
            <a:extLst>
              <a:ext uri="{FF2B5EF4-FFF2-40B4-BE49-F238E27FC236}">
                <a16:creationId xmlns:a16="http://schemas.microsoft.com/office/drawing/2014/main" id="{B7D523F3-FDC7-CB09-72C3-675307026069}"/>
              </a:ext>
              <a:ext uri="{C183D7F6-B498-43B3-948B-1728B52AA6E4}">
                <adec:decorative xmlns:adec="http://schemas.microsoft.com/office/drawing/2017/decorative" val="1"/>
              </a:ext>
            </a:extLst>
          </p:cNvPr>
          <p:cNvSpPr/>
          <p:nvPr/>
        </p:nvSpPr>
        <p:spPr>
          <a:xfrm>
            <a:off x="7693152" y="0"/>
            <a:ext cx="4498848" cy="6089904"/>
          </a:xfrm>
          <a:custGeom>
            <a:avLst/>
            <a:gdLst>
              <a:gd name="connsiteX0" fmla="*/ 0 w 4510185"/>
              <a:gd name="connsiteY0" fmla="*/ 0 h 6096000"/>
              <a:gd name="connsiteX1" fmla="*/ 4510185 w 4510185"/>
              <a:gd name="connsiteY1" fmla="*/ 0 h 6096000"/>
              <a:gd name="connsiteX2" fmla="*/ 4510185 w 4510185"/>
              <a:gd name="connsiteY2" fmla="*/ 6096000 h 6096000"/>
              <a:gd name="connsiteX3" fmla="*/ 501522 w 4510185"/>
              <a:gd name="connsiteY3" fmla="*/ 6096000 h 6096000"/>
              <a:gd name="connsiteX4" fmla="*/ 0 w 4510185"/>
              <a:gd name="connsiteY4" fmla="*/ 559139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0185" h="6096000">
                <a:moveTo>
                  <a:pt x="0" y="0"/>
                </a:moveTo>
                <a:lnTo>
                  <a:pt x="4510185" y="0"/>
                </a:lnTo>
                <a:lnTo>
                  <a:pt x="4510185" y="6096000"/>
                </a:lnTo>
                <a:lnTo>
                  <a:pt x="501522" y="6096000"/>
                </a:lnTo>
                <a:cubicBezTo>
                  <a:pt x="224540" y="6096000"/>
                  <a:pt x="0" y="5870082"/>
                  <a:pt x="0" y="5591398"/>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Picture Placeholder 10">
            <a:extLst>
              <a:ext uri="{FF2B5EF4-FFF2-40B4-BE49-F238E27FC236}">
                <a16:creationId xmlns:a16="http://schemas.microsoft.com/office/drawing/2014/main" id="{47046596-FFEC-0663-2F9B-19F442C8D1F7}"/>
              </a:ext>
            </a:extLst>
          </p:cNvPr>
          <p:cNvSpPr>
            <a:spLocks noGrp="1"/>
          </p:cNvSpPr>
          <p:nvPr>
            <p:ph type="pic" sz="quarter" idx="13" hasCustomPrompt="1"/>
          </p:nvPr>
        </p:nvSpPr>
        <p:spPr>
          <a:xfrm>
            <a:off x="7681816" y="0"/>
            <a:ext cx="4510185" cy="6096000"/>
          </a:xfrm>
          <a:custGeom>
            <a:avLst/>
            <a:gdLst>
              <a:gd name="connsiteX0" fmla="*/ 0 w 4510185"/>
              <a:gd name="connsiteY0" fmla="*/ 0 h 6096000"/>
              <a:gd name="connsiteX1" fmla="*/ 4510185 w 4510185"/>
              <a:gd name="connsiteY1" fmla="*/ 0 h 6096000"/>
              <a:gd name="connsiteX2" fmla="*/ 4510185 w 4510185"/>
              <a:gd name="connsiteY2" fmla="*/ 6096000 h 6096000"/>
              <a:gd name="connsiteX3" fmla="*/ 501522 w 4510185"/>
              <a:gd name="connsiteY3" fmla="*/ 6096000 h 6096000"/>
              <a:gd name="connsiteX4" fmla="*/ 0 w 4510185"/>
              <a:gd name="connsiteY4" fmla="*/ 559139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0185" h="6096000">
                <a:moveTo>
                  <a:pt x="0" y="0"/>
                </a:moveTo>
                <a:lnTo>
                  <a:pt x="4510185" y="0"/>
                </a:lnTo>
                <a:lnTo>
                  <a:pt x="4510185" y="6096000"/>
                </a:lnTo>
                <a:lnTo>
                  <a:pt x="501522" y="6096000"/>
                </a:lnTo>
                <a:cubicBezTo>
                  <a:pt x="224540" y="6096000"/>
                  <a:pt x="0" y="5870082"/>
                  <a:pt x="0" y="5591398"/>
                </a:cubicBezTo>
                <a:close/>
              </a:path>
            </a:pathLst>
          </a:custGeom>
          <a:blipFill dpi="0" rotWithShape="1">
            <a:blip r:embed="rId2">
              <a:alphaModFix amt="85000"/>
            </a:blip>
            <a:srcRect/>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D7E3ECEC-7E7B-4FB9-BAE8-5C10F12795EA}" type="datetimeFigureOut">
              <a:rPr lang="en-US" smtClean="0"/>
              <a:t>11/13/2025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39971339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68096" y="822960"/>
            <a:ext cx="10706100" cy="683912"/>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74654" y="1506872"/>
            <a:ext cx="10693446" cy="4665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11/13/2025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9453968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23860" y="1376413"/>
            <a:ext cx="3834793" cy="2697480"/>
          </a:xfrm>
        </p:spPr>
        <p:txBody>
          <a:bodyPr vert="horz" lIns="91440" tIns="45720" rIns="91440" bIns="45720" rtlCol="0" anchor="b">
            <a:normAutofit/>
          </a:bodyPr>
          <a:lstStyle>
            <a:lvl1pPr>
              <a:defRPr lang="en-US" sz="3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23860" y="4073893"/>
            <a:ext cx="3599210" cy="1162250"/>
          </a:xfrm>
        </p:spPr>
        <p:txBody>
          <a:bodyPr vert="horz" lIns="91440" tIns="45720" rIns="91440" bIns="45720" rtlCol="0" anchor="ctr">
            <a:normAutofit/>
          </a:bodyPr>
          <a:lstStyle>
            <a:lvl1pPr marL="0" indent="0">
              <a:lnSpc>
                <a:spcPct val="100000"/>
              </a:lnSpc>
              <a:buNone/>
              <a:defRPr lang="en-US" sz="1600" dirty="0"/>
            </a:lvl1pPr>
          </a:lstStyle>
          <a:p>
            <a:pPr lvl="0"/>
            <a:r>
              <a:rPr lang="en-US"/>
              <a:t>Click to edit Master subtitle style</a:t>
            </a:r>
          </a:p>
        </p:txBody>
      </p:sp>
      <p:sp>
        <p:nvSpPr>
          <p:cNvPr id="8" name="Picture Placeholder 10">
            <a:extLst>
              <a:ext uri="{FF2B5EF4-FFF2-40B4-BE49-F238E27FC236}">
                <a16:creationId xmlns:a16="http://schemas.microsoft.com/office/drawing/2014/main" id="{51CC2D7F-4DE5-3D21-470F-8B959A5C44D8}"/>
              </a:ext>
            </a:extLst>
          </p:cNvPr>
          <p:cNvSpPr>
            <a:spLocks noGrp="1"/>
          </p:cNvSpPr>
          <p:nvPr>
            <p:ph type="pic" sz="quarter" idx="13" hasCustomPrompt="1"/>
          </p:nvPr>
        </p:nvSpPr>
        <p:spPr>
          <a:xfrm>
            <a:off x="0" y="0"/>
            <a:ext cx="7274402" cy="6096000"/>
          </a:xfrm>
          <a:custGeom>
            <a:avLst/>
            <a:gdLst>
              <a:gd name="connsiteX0" fmla="*/ 0 w 7274402"/>
              <a:gd name="connsiteY0" fmla="*/ 0 h 6096000"/>
              <a:gd name="connsiteX1" fmla="*/ 7274402 w 7274402"/>
              <a:gd name="connsiteY1" fmla="*/ 0 h 6096000"/>
              <a:gd name="connsiteX2" fmla="*/ 7274402 w 7274402"/>
              <a:gd name="connsiteY2" fmla="*/ 5598011 h 6096000"/>
              <a:gd name="connsiteX3" fmla="*/ 6779450 w 7274402"/>
              <a:gd name="connsiteY3" fmla="*/ 6096000 h 6096000"/>
              <a:gd name="connsiteX4" fmla="*/ 0 w 7274402"/>
              <a:gd name="connsiteY4" fmla="*/ 6096000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4402" h="6096000">
                <a:moveTo>
                  <a:pt x="0" y="0"/>
                </a:moveTo>
                <a:lnTo>
                  <a:pt x="7274402" y="0"/>
                </a:lnTo>
                <a:lnTo>
                  <a:pt x="7274402" y="5598011"/>
                </a:lnTo>
                <a:cubicBezTo>
                  <a:pt x="7274402" y="5873043"/>
                  <a:pt x="7052804" y="6096000"/>
                  <a:pt x="6779450" y="6096000"/>
                </a:cubicBezTo>
                <a:lnTo>
                  <a:pt x="0" y="6096000"/>
                </a:lnTo>
                <a:close/>
              </a:path>
            </a:pathLst>
          </a:custGeom>
          <a:blipFill dpi="0" rotWithShape="1">
            <a:blip r:embed="rId2">
              <a:alphaModFix amt="75000"/>
            </a:blip>
            <a:srcRect/>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D7E3ECEC-7E7B-4FB9-BAE8-5C10F12795EA}" type="datetimeFigureOut">
              <a:rPr lang="en-US" smtClean="0"/>
              <a:t>11/13/2025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98655664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86093" y="190500"/>
            <a:ext cx="3923894" cy="2673696"/>
          </a:xfrm>
        </p:spPr>
        <p:txBody>
          <a:bodyPr vert="horz" lIns="91440" tIns="45720" rIns="91440" bIns="45720" rtlCol="0" anchor="t">
            <a:normAutofit/>
          </a:bodyPr>
          <a:lstStyle>
            <a:lvl1pPr>
              <a:lnSpc>
                <a:spcPct val="95000"/>
              </a:lnSpc>
              <a:defRPr lang="en-US" sz="36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2000" y="4873751"/>
            <a:ext cx="3277380" cy="1228945"/>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p>
        </p:txBody>
      </p:sp>
      <p:sp>
        <p:nvSpPr>
          <p:cNvPr id="8" name="Picture Placeholder 7">
            <a:extLst>
              <a:ext uri="{FF2B5EF4-FFF2-40B4-BE49-F238E27FC236}">
                <a16:creationId xmlns:a16="http://schemas.microsoft.com/office/drawing/2014/main" id="{1E33A8AF-9A38-4027-A746-F135FF75F2EF}"/>
              </a:ext>
            </a:extLst>
          </p:cNvPr>
          <p:cNvSpPr>
            <a:spLocks noGrp="1"/>
          </p:cNvSpPr>
          <p:nvPr>
            <p:ph type="pic" sz="quarter" idx="13" hasCustomPrompt="1"/>
          </p:nvPr>
        </p:nvSpPr>
        <p:spPr>
          <a:xfrm>
            <a:off x="4743585" y="0"/>
            <a:ext cx="7448415" cy="6093762"/>
          </a:xfrm>
          <a:custGeom>
            <a:avLst/>
            <a:gdLst>
              <a:gd name="connsiteX0" fmla="*/ 0 w 7448415"/>
              <a:gd name="connsiteY0" fmla="*/ 0 h 6093762"/>
              <a:gd name="connsiteX1" fmla="*/ 7448415 w 7448415"/>
              <a:gd name="connsiteY1" fmla="*/ 0 h 6093762"/>
              <a:gd name="connsiteX2" fmla="*/ 7448415 w 7448415"/>
              <a:gd name="connsiteY2" fmla="*/ 6093762 h 6093762"/>
              <a:gd name="connsiteX3" fmla="*/ 501521 w 7448415"/>
              <a:gd name="connsiteY3" fmla="*/ 6093762 h 6093762"/>
              <a:gd name="connsiteX4" fmla="*/ 0 w 7448415"/>
              <a:gd name="connsiteY4" fmla="*/ 5592240 h 6093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48415" h="6093762">
                <a:moveTo>
                  <a:pt x="0" y="0"/>
                </a:moveTo>
                <a:lnTo>
                  <a:pt x="7448415" y="0"/>
                </a:lnTo>
                <a:lnTo>
                  <a:pt x="7448415" y="6093762"/>
                </a:lnTo>
                <a:lnTo>
                  <a:pt x="501521" y="6093762"/>
                </a:lnTo>
                <a:cubicBezTo>
                  <a:pt x="224538" y="6093762"/>
                  <a:pt x="0" y="5869223"/>
                  <a:pt x="0" y="5592240"/>
                </a:cubicBezTo>
                <a:close/>
              </a:path>
            </a:pathLst>
          </a:custGeom>
          <a:blipFill dpi="0" rotWithShape="1">
            <a:blip r:embed="rId2">
              <a:alphaModFix amt="75000"/>
            </a:blip>
            <a:srcRect/>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62000" y="6329172"/>
            <a:ext cx="2816835" cy="338328"/>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D7E3ECEC-7E7B-4FB9-BAE8-5C10F12795EA}" type="datetimeFigureOut">
              <a:rPr lang="en-US" smtClean="0"/>
              <a:t>11/13/2025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5136934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02936"/>
            <a:ext cx="10858500" cy="850392"/>
          </a:xfrm>
        </p:spPr>
        <p:txBody>
          <a:bodyPr vert="horz" lIns="91440" tIns="45720" rIns="91440" bIns="45720" rtlCol="0" anchor="b">
            <a:normAutofit/>
          </a:bodyPr>
          <a:lstStyle>
            <a:lvl1pPr>
              <a:lnSpc>
                <a:spcPct val="90000"/>
              </a:lnSpc>
              <a:defRPr lang="en-US" sz="36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80176"/>
            <a:ext cx="10858500" cy="419100"/>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p>
        </p:txBody>
      </p:sp>
      <p:sp>
        <p:nvSpPr>
          <p:cNvPr id="9" name="Picture Placeholder 7">
            <a:extLst>
              <a:ext uri="{FF2B5EF4-FFF2-40B4-BE49-F238E27FC236}">
                <a16:creationId xmlns:a16="http://schemas.microsoft.com/office/drawing/2014/main" id="{5E742D34-DBD4-0DEA-071F-32C82E7EB45A}"/>
              </a:ext>
            </a:extLst>
          </p:cNvPr>
          <p:cNvSpPr>
            <a:spLocks noGrp="1"/>
          </p:cNvSpPr>
          <p:nvPr>
            <p:ph type="pic" sz="quarter" idx="13" hasCustomPrompt="1"/>
          </p:nvPr>
        </p:nvSpPr>
        <p:spPr>
          <a:xfrm>
            <a:off x="0" y="0"/>
            <a:ext cx="11468100" cy="5018448"/>
          </a:xfrm>
          <a:custGeom>
            <a:avLst/>
            <a:gdLst>
              <a:gd name="connsiteX0" fmla="*/ 0 w 11468100"/>
              <a:gd name="connsiteY0" fmla="*/ 0 h 5091600"/>
              <a:gd name="connsiteX1" fmla="*/ 11468100 w 11468100"/>
              <a:gd name="connsiteY1" fmla="*/ 0 h 5091600"/>
              <a:gd name="connsiteX2" fmla="*/ 11468100 w 11468100"/>
              <a:gd name="connsiteY2" fmla="*/ 4590078 h 5091600"/>
              <a:gd name="connsiteX3" fmla="*/ 10966578 w 11468100"/>
              <a:gd name="connsiteY3" fmla="*/ 5091600 h 5091600"/>
              <a:gd name="connsiteX4" fmla="*/ 0 w 11468100"/>
              <a:gd name="connsiteY4" fmla="*/ 5091600 h 5091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5091600">
                <a:moveTo>
                  <a:pt x="0" y="0"/>
                </a:moveTo>
                <a:lnTo>
                  <a:pt x="11468100" y="0"/>
                </a:lnTo>
                <a:lnTo>
                  <a:pt x="11468100" y="4590078"/>
                </a:lnTo>
                <a:cubicBezTo>
                  <a:pt x="11468100" y="4867061"/>
                  <a:pt x="11243561" y="5091600"/>
                  <a:pt x="10966578" y="5091600"/>
                </a:cubicBezTo>
                <a:lnTo>
                  <a:pt x="0" y="5091600"/>
                </a:lnTo>
                <a:close/>
              </a:path>
            </a:pathLst>
          </a:custGeom>
          <a:blipFill dpi="0" rotWithShape="1">
            <a:blip r:embed="rId2">
              <a:alphaModFix amt="75000"/>
            </a:blip>
            <a:srcRect/>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09600" y="6629400"/>
            <a:ext cx="2805405" cy="228600"/>
          </a:xfrm>
        </p:spPr>
        <p:txBody>
          <a:bodyPr/>
          <a:lstStyle>
            <a:lvl1pPr>
              <a:defRPr>
                <a:solidFill>
                  <a:schemeClr val="tx2"/>
                </a:solidFill>
                <a:effectLst/>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611240" y="6629400"/>
            <a:ext cx="2376928" cy="228600"/>
          </a:xfrm>
        </p:spPr>
        <p:txBody>
          <a:bodyPr/>
          <a:lstStyle>
            <a:lvl1pPr>
              <a:defRPr>
                <a:solidFill>
                  <a:schemeClr val="tx2"/>
                </a:solidFill>
                <a:effectLst/>
              </a:defRPr>
            </a:lvl1pPr>
          </a:lstStyle>
          <a:p>
            <a:fld id="{D7E3ECEC-7E7B-4FB9-BAE8-5C10F12795EA}" type="datetimeFigureOut">
              <a:rPr lang="en-US" smtClean="0"/>
              <a:t>11/13/2025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53193" y="6629400"/>
            <a:ext cx="429207" cy="228600"/>
          </a:xfrm>
        </p:spPr>
        <p:txBody>
          <a:bodyPr/>
          <a:lstStyle>
            <a:lvl1pPr>
              <a:defRPr>
                <a:solidFill>
                  <a:schemeClr val="tx2"/>
                </a:solidFill>
                <a:effectLst/>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36236645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2345" y="250257"/>
            <a:ext cx="9692640" cy="4602845"/>
          </a:xfrm>
        </p:spPr>
        <p:txBody>
          <a:bodyPr vert="horz" lIns="91440" tIns="45720" rIns="91440" bIns="45720" rtlCol="0" anchor="t">
            <a:normAutofit/>
          </a:bodyPr>
          <a:lstStyle>
            <a:lvl1pPr>
              <a:lnSpc>
                <a:spcPct val="90000"/>
              </a:lnSpc>
              <a:defRPr lang="en-US" sz="80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1999" y="5053094"/>
            <a:ext cx="5253789" cy="847192"/>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11/13/2025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85874937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560321" y="1904300"/>
            <a:ext cx="7084194" cy="2353755"/>
          </a:xfrm>
        </p:spPr>
        <p:txBody>
          <a:bodyPr anchor="ctr">
            <a:normAutofit/>
          </a:bodyPr>
          <a:lstStyle>
            <a:lvl1pPr algn="ctr">
              <a:lnSpc>
                <a:spcPct val="80000"/>
              </a:lnSpc>
              <a:defRPr sz="60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262965" y="4597167"/>
            <a:ext cx="5678905" cy="1082180"/>
          </a:xfrm>
        </p:spPr>
        <p:txBody>
          <a:bodyPr anchor="t">
            <a:normAutofit/>
          </a:bodyPr>
          <a:lstStyle>
            <a:lvl1pPr marL="0" indent="0" algn="ctr">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11/13/2025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47417243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 y="131670"/>
            <a:ext cx="12120283" cy="5093208"/>
          </a:xfrm>
        </p:spPr>
        <p:txBody>
          <a:bodyPr vert="horz" lIns="91440" tIns="45720" rIns="91440" bIns="45720" rtlCol="0" anchor="t">
            <a:normAutofit/>
          </a:bodyPr>
          <a:lstStyle>
            <a:lvl1pPr>
              <a:lnSpc>
                <a:spcPct val="85000"/>
              </a:lnSpc>
              <a:defRPr lang="en-US" sz="12500" spc="-50" baseline="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2000" y="5356548"/>
            <a:ext cx="6414887" cy="748417"/>
          </a:xfrm>
        </p:spPr>
        <p:txBody>
          <a:bodyPr vert="horz" lIns="91440" tIns="45720" rIns="91440" bIns="45720" rtlCol="0" anchor="ctr">
            <a:normAutofit/>
          </a:bodyPr>
          <a:lstStyle>
            <a:lvl1pPr marL="0" indent="0">
              <a:buNone/>
              <a:defRPr lang="en-US" sz="1600"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11/13/2025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5566482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27A12A6-507C-2714-2F24-09ADE11584C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213702" y="1940943"/>
            <a:ext cx="8771340" cy="4917058"/>
          </a:xfrm>
        </p:spPr>
        <p:txBody>
          <a:bodyPr anchor="b">
            <a:normAutofit/>
          </a:bodyPr>
          <a:lstStyle>
            <a:lvl1pPr>
              <a:lnSpc>
                <a:spcPct val="90000"/>
              </a:lnSpc>
              <a:defRPr sz="7000">
                <a:solidFill>
                  <a:schemeClr val="accent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762000" y="64008"/>
            <a:ext cx="2816835" cy="338328"/>
          </a:xfrm>
        </p:spPr>
        <p:txBody>
          <a:bodyPr/>
          <a:lstStyle>
            <a:lvl1pPr>
              <a:defRPr>
                <a:solidFill>
                  <a:schemeClr val="accent1"/>
                </a:solidFill>
              </a:defRPr>
            </a:lvl1pPr>
          </a:lstStyle>
          <a:p>
            <a:endParaRPr lang="en-US"/>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9290304" y="64008"/>
            <a:ext cx="1612674" cy="338328"/>
          </a:xfrm>
        </p:spPr>
        <p:txBody>
          <a:bodyPr/>
          <a:lstStyle>
            <a:lvl1pPr>
              <a:defRPr>
                <a:solidFill>
                  <a:schemeClr val="accent1"/>
                </a:solidFill>
              </a:defRPr>
            </a:lvl1pPr>
          </a:lstStyle>
          <a:p>
            <a:fld id="{D7E3ECEC-7E7B-4FB9-BAE8-5C10F12795EA}" type="datetimeFigureOut">
              <a:rPr lang="en-US" smtClean="0"/>
              <a:t>11/13/2025</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055096" y="64008"/>
            <a:ext cx="457200" cy="338328"/>
          </a:xfrm>
        </p:spPr>
        <p:txBody>
          <a:bodyPr/>
          <a:lstStyle>
            <a:lvl1pPr>
              <a:defRPr>
                <a:solidFill>
                  <a:schemeClr val="accent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178311679"/>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22D3B99D-E6B2-4EE8-0A54-0FAA367757A0}"/>
              </a:ext>
              <a:ext uri="{C183D7F6-B498-43B3-948B-1728B52AA6E4}">
                <adec:decorative xmlns:adec="http://schemas.microsoft.com/office/drawing/2017/decorative" val="1"/>
              </a:ext>
            </a:extLst>
          </p:cNvPr>
          <p:cNvSpPr/>
          <p:nvPr/>
        </p:nvSpPr>
        <p:spPr>
          <a:xfrm>
            <a:off x="3735581" y="2721090"/>
            <a:ext cx="8456418" cy="4136911"/>
          </a:xfrm>
          <a:custGeom>
            <a:avLst/>
            <a:gdLst>
              <a:gd name="connsiteX0" fmla="*/ 501522 w 8456418"/>
              <a:gd name="connsiteY0" fmla="*/ 0 h 4136911"/>
              <a:gd name="connsiteX1" fmla="*/ 7315160 w 8456418"/>
              <a:gd name="connsiteY1" fmla="*/ 0 h 4136911"/>
              <a:gd name="connsiteX2" fmla="*/ 7389577 w 8456418"/>
              <a:gd name="connsiteY2" fmla="*/ 0 h 4136911"/>
              <a:gd name="connsiteX3" fmla="*/ 8456418 w 8456418"/>
              <a:gd name="connsiteY3" fmla="*/ 0 h 4136911"/>
              <a:gd name="connsiteX4" fmla="*/ 8456418 w 8456418"/>
              <a:gd name="connsiteY4" fmla="*/ 4136910 h 4136911"/>
              <a:gd name="connsiteX5" fmla="*/ 7389577 w 8456418"/>
              <a:gd name="connsiteY5" fmla="*/ 4136910 h 4136911"/>
              <a:gd name="connsiteX6" fmla="*/ 7389577 w 8456418"/>
              <a:gd name="connsiteY6" fmla="*/ 4136911 h 4136911"/>
              <a:gd name="connsiteX7" fmla="*/ 0 w 8456418"/>
              <a:gd name="connsiteY7" fmla="*/ 4136911 h 4136911"/>
              <a:gd name="connsiteX8" fmla="*/ 0 w 8456418"/>
              <a:gd name="connsiteY8" fmla="*/ 501522 h 4136911"/>
              <a:gd name="connsiteX9" fmla="*/ 501522 w 8456418"/>
              <a:gd name="connsiteY9" fmla="*/ 0 h 4136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456418" h="4136911">
                <a:moveTo>
                  <a:pt x="501522" y="0"/>
                </a:moveTo>
                <a:lnTo>
                  <a:pt x="7315160" y="0"/>
                </a:lnTo>
                <a:lnTo>
                  <a:pt x="7389577" y="0"/>
                </a:lnTo>
                <a:lnTo>
                  <a:pt x="8456418" y="0"/>
                </a:lnTo>
                <a:lnTo>
                  <a:pt x="8456418" y="4136910"/>
                </a:lnTo>
                <a:lnTo>
                  <a:pt x="7389577" y="4136910"/>
                </a:lnTo>
                <a:lnTo>
                  <a:pt x="7389577" y="4136911"/>
                </a:lnTo>
                <a:lnTo>
                  <a:pt x="0" y="4136911"/>
                </a:lnTo>
                <a:lnTo>
                  <a:pt x="0" y="501522"/>
                </a:lnTo>
                <a:cubicBezTo>
                  <a:pt x="0" y="224539"/>
                  <a:pt x="224538" y="0"/>
                  <a:pt x="501522"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38499" y="134751"/>
            <a:ext cx="11429601" cy="2213814"/>
          </a:xfrm>
        </p:spPr>
        <p:txBody>
          <a:bodyPr anchor="t">
            <a:normAutofit/>
          </a:bodyPr>
          <a:lstStyle>
            <a:lvl1pPr>
              <a:lnSpc>
                <a:spcPct val="80000"/>
              </a:lnSpc>
              <a:defRPr sz="9000">
                <a:solidFill>
                  <a:schemeClr val="accent1"/>
                </a:solidFill>
              </a:defRPr>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267200" y="3124200"/>
            <a:ext cx="7200900" cy="2971800"/>
          </a:xfrm>
        </p:spPr>
        <p:txBody>
          <a:bodyPr vert="horz" lIns="91440" tIns="45720" rIns="91440" bIns="45720" rtlCol="0">
            <a:normAutofit/>
          </a:bodyPr>
          <a:lstStyle>
            <a:lvl1pPr marL="342900" indent="-342900">
              <a:buFont typeface="+mj-lt"/>
              <a:buAutoNum type="arabicPeriod"/>
              <a:defRPr lang="en-US" sz="1600" dirty="0"/>
            </a:lvl1pPr>
            <a:lvl2pPr marL="571500" indent="-342900">
              <a:buFont typeface="+mj-lt"/>
              <a:buAutoNum type="arabicPeriod"/>
              <a:defRPr lang="en-US" dirty="0"/>
            </a:lvl2pPr>
            <a:lvl3pPr marL="800100" indent="-342900">
              <a:buFont typeface="+mj-lt"/>
              <a:buAutoNum type="arabicPeriod"/>
              <a:defRPr lang="en-US" dirty="0"/>
            </a:lvl3pPr>
            <a:lvl4pPr marL="1028700" indent="-342900">
              <a:buFont typeface="+mj-lt"/>
              <a:buAutoNum type="arabicPeriod"/>
              <a:defRPr lang="en-US" dirty="0"/>
            </a:lvl4pPr>
            <a:lvl5pPr marL="1257300" indent="-342900">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D7E3ECEC-7E7B-4FB9-BAE8-5C10F12795EA}" type="datetimeFigureOut">
              <a:rPr lang="en-US" smtClean="0"/>
              <a:t>11/13/2025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752925469"/>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hasCustomPrompt="1"/>
          </p:nvPr>
        </p:nvSpPr>
        <p:spPr>
          <a:xfrm>
            <a:off x="141316" y="154198"/>
            <a:ext cx="11326784" cy="1770855"/>
          </a:xfrm>
        </p:spPr>
        <p:txBody>
          <a:bodyPr anchor="t">
            <a:noAutofit/>
          </a:bodyPr>
          <a:lstStyle>
            <a:lvl1pPr>
              <a:lnSpc>
                <a:spcPct val="80000"/>
              </a:lnSpc>
              <a:defRPr sz="8800">
                <a:solidFill>
                  <a:schemeClr val="accent1"/>
                </a:solidFill>
              </a:defRPr>
            </a:lvl1pPr>
          </a:lstStyle>
          <a:p>
            <a:r>
              <a:rPr lang="en-US"/>
              <a:t>Agenda</a:t>
            </a:r>
          </a:p>
        </p:txBody>
      </p:sp>
      <p:sp>
        <p:nvSpPr>
          <p:cNvPr id="16" name="Picture Placeholder 15">
            <a:extLst>
              <a:ext uri="{FF2B5EF4-FFF2-40B4-BE49-F238E27FC236}">
                <a16:creationId xmlns:a16="http://schemas.microsoft.com/office/drawing/2014/main" id="{DFF180EE-9609-8056-7D1A-0AB8C9676916}"/>
              </a:ext>
            </a:extLst>
          </p:cNvPr>
          <p:cNvSpPr>
            <a:spLocks noGrp="1"/>
          </p:cNvSpPr>
          <p:nvPr>
            <p:ph type="pic" sz="quarter" idx="15" hasCustomPrompt="1"/>
          </p:nvPr>
        </p:nvSpPr>
        <p:spPr>
          <a:xfrm>
            <a:off x="0" y="2266752"/>
            <a:ext cx="6871018" cy="4591248"/>
          </a:xfrm>
          <a:custGeom>
            <a:avLst/>
            <a:gdLst>
              <a:gd name="connsiteX0" fmla="*/ 0 w 6871018"/>
              <a:gd name="connsiteY0" fmla="*/ 0 h 4591248"/>
              <a:gd name="connsiteX1" fmla="*/ 6369496 w 6871018"/>
              <a:gd name="connsiteY1" fmla="*/ 0 h 4591248"/>
              <a:gd name="connsiteX2" fmla="*/ 6871018 w 6871018"/>
              <a:gd name="connsiteY2" fmla="*/ 501522 h 4591248"/>
              <a:gd name="connsiteX3" fmla="*/ 6871018 w 6871018"/>
              <a:gd name="connsiteY3" fmla="*/ 4591248 h 4591248"/>
              <a:gd name="connsiteX4" fmla="*/ 0 w 6871018"/>
              <a:gd name="connsiteY4" fmla="*/ 4591248 h 459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71018" h="4591248">
                <a:moveTo>
                  <a:pt x="0" y="0"/>
                </a:moveTo>
                <a:lnTo>
                  <a:pt x="6369496" y="0"/>
                </a:lnTo>
                <a:cubicBezTo>
                  <a:pt x="6646479" y="0"/>
                  <a:pt x="6871018" y="224539"/>
                  <a:pt x="6871018" y="501522"/>
                </a:cubicBezTo>
                <a:lnTo>
                  <a:pt x="6871018" y="4591248"/>
                </a:lnTo>
                <a:lnTo>
                  <a:pt x="0" y="4591248"/>
                </a:lnTo>
                <a:close/>
              </a:path>
            </a:pathLst>
          </a:custGeom>
          <a:blipFill>
            <a:blip r:embed="rId2">
              <a:alphaModFix amt="75000"/>
            </a:blip>
            <a:stretch>
              <a:fillRect/>
            </a:stretch>
          </a:blipFill>
        </p:spPr>
        <p:txBody>
          <a:bodyPr wrap="square">
            <a:noAutofit/>
          </a:bodyPr>
          <a:lstStyle>
            <a:lvl1pPr marL="0" indent="0">
              <a:buNone/>
              <a:defRPr/>
            </a:lvl1pPr>
          </a:lstStyle>
          <a:p>
            <a:r>
              <a:rPr lang="en-US"/>
              <a:t>  </a:t>
            </a:r>
          </a:p>
        </p:txBody>
      </p:sp>
      <p:sp>
        <p:nvSpPr>
          <p:cNvPr id="10" name="Freeform: Shape 9">
            <a:extLst>
              <a:ext uri="{FF2B5EF4-FFF2-40B4-BE49-F238E27FC236}">
                <a16:creationId xmlns:a16="http://schemas.microsoft.com/office/drawing/2014/main" id="{0ED03D8A-5554-BC86-D031-989A4FC017F9}"/>
              </a:ext>
              <a:ext uri="{C183D7F6-B498-43B3-948B-1728B52AA6E4}">
                <adec:decorative xmlns:adec="http://schemas.microsoft.com/office/drawing/2017/decorative" val="1"/>
              </a:ext>
            </a:extLst>
          </p:cNvPr>
          <p:cNvSpPr/>
          <p:nvPr/>
        </p:nvSpPr>
        <p:spPr>
          <a:xfrm>
            <a:off x="7084170" y="2266752"/>
            <a:ext cx="5107831" cy="4591248"/>
          </a:xfrm>
          <a:custGeom>
            <a:avLst/>
            <a:gdLst>
              <a:gd name="connsiteX0" fmla="*/ 501521 w 5107831"/>
              <a:gd name="connsiteY0" fmla="*/ 0 h 4591248"/>
              <a:gd name="connsiteX1" fmla="*/ 5107831 w 5107831"/>
              <a:gd name="connsiteY1" fmla="*/ 0 h 4591248"/>
              <a:gd name="connsiteX2" fmla="*/ 5107831 w 5107831"/>
              <a:gd name="connsiteY2" fmla="*/ 4591248 h 4591248"/>
              <a:gd name="connsiteX3" fmla="*/ 0 w 5107831"/>
              <a:gd name="connsiteY3" fmla="*/ 4591248 h 4591248"/>
              <a:gd name="connsiteX4" fmla="*/ 0 w 5107831"/>
              <a:gd name="connsiteY4" fmla="*/ 501522 h 4591248"/>
              <a:gd name="connsiteX5" fmla="*/ 501521 w 5107831"/>
              <a:gd name="connsiteY5" fmla="*/ 0 h 4591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07831" h="4591248">
                <a:moveTo>
                  <a:pt x="501521" y="0"/>
                </a:moveTo>
                <a:lnTo>
                  <a:pt x="5107831" y="0"/>
                </a:lnTo>
                <a:lnTo>
                  <a:pt x="5107831" y="4591248"/>
                </a:lnTo>
                <a:lnTo>
                  <a:pt x="0" y="4591248"/>
                </a:lnTo>
                <a:lnTo>
                  <a:pt x="0" y="501522"/>
                </a:lnTo>
                <a:cubicBezTo>
                  <a:pt x="0" y="224539"/>
                  <a:pt x="224538" y="0"/>
                  <a:pt x="501521"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597833" y="2762450"/>
            <a:ext cx="3870267" cy="3333549"/>
          </a:xfrm>
        </p:spPr>
        <p:txBody>
          <a:bodyPr vert="horz" lIns="91440" tIns="45720" rIns="91440" bIns="45720" rtlCol="0">
            <a:normAutofit/>
          </a:bodyPr>
          <a:lstStyle>
            <a:lvl1pPr marL="342900" indent="-342900">
              <a:buFont typeface="+mj-lt"/>
              <a:buAutoNum type="arabicPeriod"/>
              <a:defRPr lang="en-US" sz="1600" dirty="0"/>
            </a:lvl1pPr>
            <a:lvl2pPr marL="571500" indent="-342900">
              <a:buFont typeface="+mj-lt"/>
              <a:buAutoNum type="arabicPeriod"/>
              <a:defRPr lang="en-US" dirty="0"/>
            </a:lvl2pPr>
            <a:lvl3pPr marL="800100" indent="-342900">
              <a:buFont typeface="+mj-lt"/>
              <a:buAutoNum type="arabicPeriod"/>
              <a:defRPr lang="en-US" dirty="0"/>
            </a:lvl3pPr>
            <a:lvl4pPr marL="1028700" indent="-342900">
              <a:buFont typeface="+mj-lt"/>
              <a:buAutoNum type="arabicPeriod"/>
              <a:defRPr lang="en-US" dirty="0"/>
            </a:lvl4pPr>
            <a:lvl5pPr marL="1257300" indent="-342900">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597833" y="6329172"/>
            <a:ext cx="2020539"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498169" y="6329172"/>
            <a:ext cx="1405916" cy="338328"/>
          </a:xfrm>
        </p:spPr>
        <p:txBody>
          <a:bodyPr/>
          <a:lstStyle>
            <a:lvl1pPr>
              <a:defRPr>
                <a:solidFill>
                  <a:schemeClr val="tx1"/>
                </a:solidFill>
                <a:effectLst/>
              </a:defRPr>
            </a:lvl1pPr>
          </a:lstStyle>
          <a:p>
            <a:fld id="{D7E3ECEC-7E7B-4FB9-BAE8-5C10F12795EA}" type="datetimeFigureOut">
              <a:rPr lang="en-US" smtClean="0"/>
              <a:t>11/13/2025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93918159"/>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hasCustomPrompt="1"/>
          </p:nvPr>
        </p:nvSpPr>
        <p:spPr>
          <a:xfrm>
            <a:off x="208428" y="5434066"/>
            <a:ext cx="11259672" cy="1340631"/>
          </a:xfrm>
        </p:spPr>
        <p:txBody>
          <a:bodyPr anchor="ctr">
            <a:noAutofit/>
          </a:bodyPr>
          <a:lstStyle>
            <a:lvl1pPr>
              <a:lnSpc>
                <a:spcPct val="80000"/>
              </a:lnSpc>
              <a:defRPr sz="9200">
                <a:solidFill>
                  <a:schemeClr val="accent1"/>
                </a:solidFill>
              </a:defRPr>
            </a:lvl1pPr>
          </a:lstStyle>
          <a:p>
            <a:r>
              <a:rPr lang="en-US"/>
              <a:t>Agenda</a:t>
            </a:r>
          </a:p>
        </p:txBody>
      </p:sp>
      <p:sp>
        <p:nvSpPr>
          <p:cNvPr id="4" name="Picture Placeholder 3">
            <a:extLst>
              <a:ext uri="{FF2B5EF4-FFF2-40B4-BE49-F238E27FC236}">
                <a16:creationId xmlns:a16="http://schemas.microsoft.com/office/drawing/2014/main" id="{9A527762-C88B-23BA-9A3F-621F88C685CC}"/>
              </a:ext>
            </a:extLst>
          </p:cNvPr>
          <p:cNvSpPr>
            <a:spLocks noGrp="1"/>
          </p:cNvSpPr>
          <p:nvPr>
            <p:ph type="pic" sz="quarter" idx="15" hasCustomPrompt="1"/>
          </p:nvPr>
        </p:nvSpPr>
        <p:spPr>
          <a:xfrm>
            <a:off x="0" y="1"/>
            <a:ext cx="7075656" cy="5017475"/>
          </a:xfrm>
          <a:custGeom>
            <a:avLst/>
            <a:gdLst>
              <a:gd name="connsiteX0" fmla="*/ 0 w 7075656"/>
              <a:gd name="connsiteY0" fmla="*/ 0 h 5017475"/>
              <a:gd name="connsiteX1" fmla="*/ 7075656 w 7075656"/>
              <a:gd name="connsiteY1" fmla="*/ 0 h 5017475"/>
              <a:gd name="connsiteX2" fmla="*/ 7075656 w 7075656"/>
              <a:gd name="connsiteY2" fmla="*/ 4515953 h 5017475"/>
              <a:gd name="connsiteX3" fmla="*/ 6574134 w 7075656"/>
              <a:gd name="connsiteY3" fmla="*/ 5017475 h 5017475"/>
              <a:gd name="connsiteX4" fmla="*/ 0 w 7075656"/>
              <a:gd name="connsiteY4" fmla="*/ 5017475 h 5017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75656" h="5017475">
                <a:moveTo>
                  <a:pt x="0" y="0"/>
                </a:moveTo>
                <a:lnTo>
                  <a:pt x="7075656" y="0"/>
                </a:lnTo>
                <a:lnTo>
                  <a:pt x="7075656" y="4515953"/>
                </a:lnTo>
                <a:cubicBezTo>
                  <a:pt x="7075656" y="4792936"/>
                  <a:pt x="6851117" y="5017475"/>
                  <a:pt x="6574134" y="5017475"/>
                </a:cubicBezTo>
                <a:lnTo>
                  <a:pt x="0" y="5017475"/>
                </a:lnTo>
                <a:close/>
              </a:path>
            </a:pathLst>
          </a:custGeom>
          <a:blipFill>
            <a:blip r:embed="rId2">
              <a:alphaModFix amt="75000"/>
            </a:blip>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701094" y="791110"/>
            <a:ext cx="3767006" cy="4226366"/>
          </a:xfrm>
        </p:spPr>
        <p:txBody>
          <a:bodyPr vert="horz" lIns="91440" tIns="45720" rIns="91440" bIns="45720" rtlCol="0">
            <a:normAutofit/>
          </a:bodyPr>
          <a:lstStyle>
            <a:lvl1pPr marL="342900" indent="-342900">
              <a:buFont typeface="+mj-lt"/>
              <a:buAutoNum type="arabicPeriod"/>
              <a:defRPr lang="en-US" sz="1600" dirty="0"/>
            </a:lvl1pPr>
            <a:lvl2pPr marL="571500" indent="-342900">
              <a:buFont typeface="+mj-lt"/>
              <a:buAutoNum type="arabicPeriod"/>
              <a:defRPr lang="en-US" dirty="0"/>
            </a:lvl2pPr>
            <a:lvl3pPr marL="800100" indent="-342900">
              <a:buFont typeface="+mj-lt"/>
              <a:buAutoNum type="arabicPeriod"/>
              <a:defRPr lang="en-US" dirty="0"/>
            </a:lvl3pPr>
            <a:lvl4pPr marL="1028700" indent="-342900">
              <a:buFont typeface="+mj-lt"/>
              <a:buAutoNum type="arabicPeriod"/>
              <a:defRPr lang="en-US" dirty="0"/>
            </a:lvl4pPr>
            <a:lvl5pPr marL="1257300" indent="-342900">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701094" y="190984"/>
            <a:ext cx="2713574"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829799" y="190984"/>
            <a:ext cx="1074285" cy="338328"/>
          </a:xfrm>
        </p:spPr>
        <p:txBody>
          <a:bodyPr/>
          <a:lstStyle>
            <a:lvl1pPr>
              <a:defRPr>
                <a:solidFill>
                  <a:schemeClr val="tx1"/>
                </a:solidFill>
                <a:effectLst/>
              </a:defRPr>
            </a:lvl1pPr>
          </a:lstStyle>
          <a:p>
            <a:fld id="{D7E3ECEC-7E7B-4FB9-BAE8-5C10F12795EA}" type="datetimeFigureOut">
              <a:rPr lang="en-US" smtClean="0"/>
              <a:t>11/13/2025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50742" y="190984"/>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686127275"/>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289871" y="1717296"/>
            <a:ext cx="5618603" cy="1189805"/>
          </a:xfrm>
        </p:spPr>
        <p:txBody>
          <a:bodyPr anchor="b">
            <a:normAutofit/>
          </a:bodyPr>
          <a:lstStyle>
            <a:lvl1pPr algn="ctr">
              <a:defRPr sz="25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884734" y="3138477"/>
            <a:ext cx="4428877" cy="2116570"/>
          </a:xfrm>
        </p:spPr>
        <p:txBody>
          <a:bodyPr vert="horz" lIns="91440" tIns="45720" rIns="91440" bIns="45720" rtlCol="0">
            <a:normAutofit/>
          </a:bodyPr>
          <a:lstStyle>
            <a:lvl1pPr marL="0" indent="0" algn="ctr">
              <a:buNone/>
              <a:defRPr lang="en-US" sz="1400" dirty="0"/>
            </a:lvl1pPr>
            <a:lvl2pPr marL="228600" indent="0" algn="ctr">
              <a:buNone/>
              <a:defRPr lang="en-US" sz="1200" dirty="0"/>
            </a:lvl2pPr>
            <a:lvl3pPr marL="457200" indent="0" algn="ctr">
              <a:buNone/>
              <a:defRPr lang="en-US" sz="1100" dirty="0"/>
            </a:lvl3pPr>
            <a:lvl4pPr marL="685800" indent="0" algn="ctr">
              <a:buNone/>
              <a:defRPr lang="en-US" sz="1100" dirty="0"/>
            </a:lvl4pPr>
            <a:lvl5pPr marL="914400" indent="0" algn="ctr">
              <a:buNone/>
              <a:defRPr lang="en-US" sz="11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11/13/2025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7412697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939160" y="1993392"/>
            <a:ext cx="3097924" cy="2160355"/>
          </a:xfrm>
        </p:spPr>
        <p:txBody>
          <a:bodyPr anchor="t">
            <a:normAutofit/>
          </a:bodyPr>
          <a:lstStyle>
            <a:lvl1pPr>
              <a:defRPr sz="25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439103" y="1993392"/>
            <a:ext cx="4856097" cy="353872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11/13/2025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6556048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42625" y="1508760"/>
            <a:ext cx="3390442" cy="2857500"/>
          </a:xfrm>
        </p:spPr>
        <p:txBody>
          <a:bodyPr anchor="t">
            <a:normAutofit/>
          </a:bodyPr>
          <a:lstStyle>
            <a:lvl1pPr>
              <a:defRPr sz="25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457596" y="1508760"/>
            <a:ext cx="5233669" cy="4131876"/>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11/13/2025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8795648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19200" y="1097280"/>
            <a:ext cx="3205908" cy="3428174"/>
          </a:xfrm>
        </p:spPr>
        <p:txBody>
          <a:bodyPr anchor="t">
            <a:normAutofit/>
          </a:bodyPr>
          <a:lstStyle>
            <a:lvl1pPr>
              <a:defRPr sz="25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46320" y="1098484"/>
            <a:ext cx="6126480" cy="507371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11/13/2025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029554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68096" y="822960"/>
            <a:ext cx="3367238" cy="2031205"/>
          </a:xfrm>
        </p:spPr>
        <p:txBody>
          <a:bodyPr anchor="t">
            <a:normAutofit/>
          </a:bodyPr>
          <a:lstStyle>
            <a:lvl1pPr>
              <a:defRPr sz="25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94998" y="822960"/>
            <a:ext cx="7087401" cy="5349240"/>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11/13/2025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0091741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60520" y="822960"/>
            <a:ext cx="7305005" cy="972657"/>
          </a:xfrm>
        </p:spPr>
        <p:txBody>
          <a:bodyPr anchor="t"/>
          <a:lstStyle/>
          <a:p>
            <a:r>
              <a:rPr lang="en-US"/>
              <a:t>Click to edit Master title style</a:t>
            </a:r>
          </a:p>
        </p:txBody>
      </p:sp>
      <p:sp>
        <p:nvSpPr>
          <p:cNvPr id="9" name="Picture Placeholder 8">
            <a:extLst>
              <a:ext uri="{FF2B5EF4-FFF2-40B4-BE49-F238E27FC236}">
                <a16:creationId xmlns:a16="http://schemas.microsoft.com/office/drawing/2014/main" id="{F1613FF0-3917-A83C-848B-3D1932393483}"/>
              </a:ext>
            </a:extLst>
          </p:cNvPr>
          <p:cNvSpPr>
            <a:spLocks noGrp="1"/>
          </p:cNvSpPr>
          <p:nvPr>
            <p:ph type="pic" sz="quarter" idx="15" hasCustomPrompt="1"/>
          </p:nvPr>
        </p:nvSpPr>
        <p:spPr>
          <a:xfrm>
            <a:off x="0" y="0"/>
            <a:ext cx="3493008" cy="6107204"/>
          </a:xfrm>
          <a:custGeom>
            <a:avLst/>
            <a:gdLst>
              <a:gd name="connsiteX0" fmla="*/ 0 w 3493008"/>
              <a:gd name="connsiteY0" fmla="*/ 0 h 6107204"/>
              <a:gd name="connsiteX1" fmla="*/ 3493008 w 3493008"/>
              <a:gd name="connsiteY1" fmla="*/ 0 h 6107204"/>
              <a:gd name="connsiteX2" fmla="*/ 3493008 w 3493008"/>
              <a:gd name="connsiteY2" fmla="*/ 5602161 h 6107204"/>
              <a:gd name="connsiteX3" fmla="*/ 2991486 w 3493008"/>
              <a:gd name="connsiteY3" fmla="*/ 6107204 h 6107204"/>
              <a:gd name="connsiteX4" fmla="*/ 0 w 3493008"/>
              <a:gd name="connsiteY4" fmla="*/ 6107204 h 6107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93008" h="6107204">
                <a:moveTo>
                  <a:pt x="0" y="0"/>
                </a:moveTo>
                <a:lnTo>
                  <a:pt x="3493008" y="0"/>
                </a:lnTo>
                <a:lnTo>
                  <a:pt x="3493008" y="5602161"/>
                </a:lnTo>
                <a:cubicBezTo>
                  <a:pt x="3493008" y="5881089"/>
                  <a:pt x="3268469" y="6107204"/>
                  <a:pt x="2991486" y="6107204"/>
                </a:cubicBezTo>
                <a:lnTo>
                  <a:pt x="0" y="6107204"/>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163095" y="1993392"/>
            <a:ext cx="7305005" cy="41208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D7E3ECEC-7E7B-4FB9-BAE8-5C10F12795EA}" type="datetimeFigureOut">
              <a:rPr lang="en-US" smtClean="0"/>
              <a:t>11/13/2025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3282902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7196328" cy="1068324"/>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096" y="1996440"/>
            <a:ext cx="7196328" cy="4099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72090" y="6329172"/>
            <a:ext cx="2816835" cy="338328"/>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974104" y="6329172"/>
            <a:ext cx="2660904" cy="338328"/>
          </a:xfrm>
        </p:spPr>
        <p:txBody>
          <a:bodyPr/>
          <a:lstStyle/>
          <a:p>
            <a:fld id="{D7E3ECEC-7E7B-4FB9-BAE8-5C10F12795EA}" type="datetimeFigureOut">
              <a:rPr lang="en-US" smtClean="0"/>
              <a:t>11/13/2025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7809836" y="6329172"/>
            <a:ext cx="457200" cy="338328"/>
          </a:xfrm>
        </p:spPr>
        <p:txBody>
          <a:bodyPr/>
          <a:lstStyle>
            <a:lvl1pPr>
              <a:defRPr>
                <a:solidFill>
                  <a:schemeClr val="tx1"/>
                </a:solidFill>
                <a:effectLst/>
              </a:defRPr>
            </a:lvl1pPr>
          </a:lstStyle>
          <a:p>
            <a:fld id="{235F31FF-4816-4A7C-BAEE-4B5C41A91EB1}" type="slidenum">
              <a:rPr lang="en-US" smtClean="0"/>
              <a:t>‹#›</a:t>
            </a:fld>
            <a:endParaRPr lang="en-US"/>
          </a:p>
        </p:txBody>
      </p:sp>
      <p:sp>
        <p:nvSpPr>
          <p:cNvPr id="11" name="Picture Placeholder 10">
            <a:extLst>
              <a:ext uri="{FF2B5EF4-FFF2-40B4-BE49-F238E27FC236}">
                <a16:creationId xmlns:a16="http://schemas.microsoft.com/office/drawing/2014/main" id="{8BBFAFCD-BCC9-C2BB-355B-1D08B9A7708D}"/>
              </a:ext>
            </a:extLst>
          </p:cNvPr>
          <p:cNvSpPr>
            <a:spLocks noGrp="1"/>
          </p:cNvSpPr>
          <p:nvPr>
            <p:ph type="pic" sz="quarter" idx="15" hasCustomPrompt="1"/>
          </p:nvPr>
        </p:nvSpPr>
        <p:spPr>
          <a:xfrm>
            <a:off x="8698986" y="758460"/>
            <a:ext cx="3493014" cy="6099541"/>
          </a:xfrm>
          <a:custGeom>
            <a:avLst/>
            <a:gdLst>
              <a:gd name="connsiteX0" fmla="*/ 501522 w 3493014"/>
              <a:gd name="connsiteY0" fmla="*/ 0 h 6099541"/>
              <a:gd name="connsiteX1" fmla="*/ 3493014 w 3493014"/>
              <a:gd name="connsiteY1" fmla="*/ 0 h 6099541"/>
              <a:gd name="connsiteX2" fmla="*/ 3493014 w 3493014"/>
              <a:gd name="connsiteY2" fmla="*/ 6099541 h 6099541"/>
              <a:gd name="connsiteX3" fmla="*/ 0 w 3493014"/>
              <a:gd name="connsiteY3" fmla="*/ 6099541 h 6099541"/>
              <a:gd name="connsiteX4" fmla="*/ 0 w 3493014"/>
              <a:gd name="connsiteY4" fmla="*/ 501522 h 6099541"/>
              <a:gd name="connsiteX5" fmla="*/ 501522 w 3493014"/>
              <a:gd name="connsiteY5" fmla="*/ 0 h 609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3014" h="6099541">
                <a:moveTo>
                  <a:pt x="501522" y="0"/>
                </a:moveTo>
                <a:lnTo>
                  <a:pt x="3493014" y="0"/>
                </a:lnTo>
                <a:lnTo>
                  <a:pt x="3493014" y="6099541"/>
                </a:lnTo>
                <a:lnTo>
                  <a:pt x="0" y="6099541"/>
                </a:lnTo>
                <a:lnTo>
                  <a:pt x="0" y="501522"/>
                </a:lnTo>
                <a:cubicBezTo>
                  <a:pt x="0" y="224539"/>
                  <a:pt x="224539" y="0"/>
                  <a:pt x="50152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14860518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478799" y="374904"/>
            <a:ext cx="8029143" cy="914400"/>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640F6D4C-AB58-61E2-820C-26713F7162B4}"/>
              </a:ext>
            </a:extLst>
          </p:cNvPr>
          <p:cNvSpPr>
            <a:spLocks noGrp="1"/>
          </p:cNvSpPr>
          <p:nvPr>
            <p:ph type="pic" sz="quarter" idx="15" hasCustomPrompt="1"/>
          </p:nvPr>
        </p:nvSpPr>
        <p:spPr>
          <a:xfrm>
            <a:off x="1" y="0"/>
            <a:ext cx="2812577" cy="6096000"/>
          </a:xfrm>
          <a:custGeom>
            <a:avLst/>
            <a:gdLst>
              <a:gd name="connsiteX0" fmla="*/ 0 w 2812577"/>
              <a:gd name="connsiteY0" fmla="*/ 0 h 6096000"/>
              <a:gd name="connsiteX1" fmla="*/ 2812577 w 2812577"/>
              <a:gd name="connsiteY1" fmla="*/ 0 h 6096000"/>
              <a:gd name="connsiteX2" fmla="*/ 2812577 w 2812577"/>
              <a:gd name="connsiteY2" fmla="*/ 5594478 h 6096000"/>
              <a:gd name="connsiteX3" fmla="*/ 2311055 w 2812577"/>
              <a:gd name="connsiteY3" fmla="*/ 6096000 h 6096000"/>
              <a:gd name="connsiteX4" fmla="*/ 0 w 2812577"/>
              <a:gd name="connsiteY4" fmla="*/ 6096000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2577" h="6096000">
                <a:moveTo>
                  <a:pt x="0" y="0"/>
                </a:moveTo>
                <a:lnTo>
                  <a:pt x="2812577" y="0"/>
                </a:lnTo>
                <a:lnTo>
                  <a:pt x="2812577" y="5594478"/>
                </a:lnTo>
                <a:cubicBezTo>
                  <a:pt x="2812577" y="5871461"/>
                  <a:pt x="2588038" y="6096000"/>
                  <a:pt x="2311055" y="6096000"/>
                </a:cubicBezTo>
                <a:lnTo>
                  <a:pt x="0" y="6096000"/>
                </a:lnTo>
                <a:close/>
              </a:path>
            </a:pathLst>
          </a:custGeom>
          <a:blipFill>
            <a:blip r:embed="rId2">
              <a:alphaModFix amt="70000"/>
            </a:blip>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478798" y="1444752"/>
            <a:ext cx="8029144" cy="4727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3478799" y="6329172"/>
            <a:ext cx="2699608" cy="338328"/>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291411" y="6329172"/>
            <a:ext cx="1612674" cy="338328"/>
          </a:xfrm>
        </p:spPr>
        <p:txBody>
          <a:bodyPr/>
          <a:lstStyle/>
          <a:p>
            <a:fld id="{D7E3ECEC-7E7B-4FB9-BAE8-5C10F12795EA}" type="datetimeFigureOut">
              <a:rPr lang="en-US" smtClean="0"/>
              <a:t>11/13/2025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1124329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365760"/>
            <a:ext cx="7935953" cy="9144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096" y="1444752"/>
            <a:ext cx="7935953" cy="4727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365D02ED-881B-AC26-9FB1-E0C7AC5229CD}"/>
              </a:ext>
            </a:extLst>
          </p:cNvPr>
          <p:cNvSpPr>
            <a:spLocks noGrp="1"/>
          </p:cNvSpPr>
          <p:nvPr>
            <p:ph type="pic" sz="quarter" idx="15" hasCustomPrompt="1"/>
          </p:nvPr>
        </p:nvSpPr>
        <p:spPr>
          <a:xfrm>
            <a:off x="9379423" y="0"/>
            <a:ext cx="2812577" cy="6096000"/>
          </a:xfrm>
          <a:custGeom>
            <a:avLst/>
            <a:gdLst>
              <a:gd name="connsiteX0" fmla="*/ 0 w 2812577"/>
              <a:gd name="connsiteY0" fmla="*/ 0 h 6096000"/>
              <a:gd name="connsiteX1" fmla="*/ 2812577 w 2812577"/>
              <a:gd name="connsiteY1" fmla="*/ 0 h 6096000"/>
              <a:gd name="connsiteX2" fmla="*/ 2812577 w 2812577"/>
              <a:gd name="connsiteY2" fmla="*/ 6096000 h 6096000"/>
              <a:gd name="connsiteX3" fmla="*/ 501522 w 2812577"/>
              <a:gd name="connsiteY3" fmla="*/ 6096000 h 6096000"/>
              <a:gd name="connsiteX4" fmla="*/ 0 w 2812577"/>
              <a:gd name="connsiteY4" fmla="*/ 559447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2577" h="6096000">
                <a:moveTo>
                  <a:pt x="0" y="0"/>
                </a:moveTo>
                <a:lnTo>
                  <a:pt x="2812577" y="0"/>
                </a:lnTo>
                <a:lnTo>
                  <a:pt x="2812577" y="6096000"/>
                </a:lnTo>
                <a:lnTo>
                  <a:pt x="501522" y="6096000"/>
                </a:lnTo>
                <a:cubicBezTo>
                  <a:pt x="224539" y="6096000"/>
                  <a:pt x="0" y="5871461"/>
                  <a:pt x="0" y="5594478"/>
                </a:cubicBezTo>
                <a:close/>
              </a:path>
            </a:pathLst>
          </a:custGeom>
          <a:blipFill>
            <a:blip r:embed="rId2">
              <a:alphaModFix amt="70000"/>
            </a:blip>
            <a:stretch>
              <a:fillRect/>
            </a:stretch>
          </a:blipFill>
        </p:spPr>
        <p:txBody>
          <a:bodyPr wrap="square">
            <a:noAutofit/>
          </a:bodyPr>
          <a:lstStyle>
            <a:lvl1pPr marL="0" indent="0">
              <a:buNone/>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68096" y="6329172"/>
            <a:ext cx="2699608" cy="338328"/>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291411" y="6329172"/>
            <a:ext cx="1612674" cy="338328"/>
          </a:xfrm>
        </p:spPr>
        <p:txBody>
          <a:bodyPr/>
          <a:lstStyle/>
          <a:p>
            <a:fld id="{D7E3ECEC-7E7B-4FB9-BAE8-5C10F12795EA}" type="datetimeFigureOut">
              <a:rPr lang="en-US" smtClean="0"/>
              <a:t>11/13/2025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50742" y="6329172"/>
            <a:ext cx="457200" cy="338328"/>
          </a:xfrm>
        </p:spPr>
        <p:txBody>
          <a:bodyPr/>
          <a:lstStyle>
            <a:lvl1pPr>
              <a:defRPr>
                <a:solidFill>
                  <a:schemeClr val="tx1"/>
                </a:solidFill>
                <a:effectLst/>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5239289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1301" y="822960"/>
            <a:ext cx="5986799" cy="1092104"/>
          </a:xfrm>
        </p:spPr>
        <p:txBody>
          <a:bodyPr anchor="t"/>
          <a:lstStyle/>
          <a:p>
            <a:r>
              <a:rPr lang="en-US"/>
              <a:t>Click to edit Master title style</a:t>
            </a:r>
          </a:p>
        </p:txBody>
      </p:sp>
      <p:sp>
        <p:nvSpPr>
          <p:cNvPr id="4" name="Picture Placeholder 3">
            <a:extLst>
              <a:ext uri="{FF2B5EF4-FFF2-40B4-BE49-F238E27FC236}">
                <a16:creationId xmlns:a16="http://schemas.microsoft.com/office/drawing/2014/main" id="{3253D553-C5F3-3129-9E70-5FFBFDC9ECE7}"/>
              </a:ext>
            </a:extLst>
          </p:cNvPr>
          <p:cNvSpPr>
            <a:spLocks noGrp="1"/>
          </p:cNvSpPr>
          <p:nvPr>
            <p:ph type="pic" sz="quarter" idx="15" hasCustomPrompt="1"/>
          </p:nvPr>
        </p:nvSpPr>
        <p:spPr>
          <a:xfrm>
            <a:off x="0" y="0"/>
            <a:ext cx="4785141" cy="6096000"/>
          </a:xfrm>
          <a:custGeom>
            <a:avLst/>
            <a:gdLst>
              <a:gd name="connsiteX0" fmla="*/ 0 w 4785141"/>
              <a:gd name="connsiteY0" fmla="*/ 0 h 6096000"/>
              <a:gd name="connsiteX1" fmla="*/ 4785141 w 4785141"/>
              <a:gd name="connsiteY1" fmla="*/ 0 h 6096000"/>
              <a:gd name="connsiteX2" fmla="*/ 4785141 w 4785141"/>
              <a:gd name="connsiteY2" fmla="*/ 5594478 h 6096000"/>
              <a:gd name="connsiteX3" fmla="*/ 4283619 w 4785141"/>
              <a:gd name="connsiteY3" fmla="*/ 6096000 h 6096000"/>
              <a:gd name="connsiteX4" fmla="*/ 0 w 4785141"/>
              <a:gd name="connsiteY4" fmla="*/ 6096000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5141" h="6096000">
                <a:moveTo>
                  <a:pt x="0" y="0"/>
                </a:moveTo>
                <a:lnTo>
                  <a:pt x="4785141" y="0"/>
                </a:lnTo>
                <a:lnTo>
                  <a:pt x="4785141" y="5594478"/>
                </a:lnTo>
                <a:cubicBezTo>
                  <a:pt x="4785141" y="5871461"/>
                  <a:pt x="4560602" y="6096000"/>
                  <a:pt x="4283619" y="6096000"/>
                </a:cubicBezTo>
                <a:lnTo>
                  <a:pt x="0" y="6096000"/>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481302" y="1996440"/>
            <a:ext cx="5986798" cy="4099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D7E3ECEC-7E7B-4FB9-BAE8-5C10F12795EA}" type="datetimeFigureOut">
              <a:rPr lang="en-US" smtClean="0"/>
              <a:t>11/13/2025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1870182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1726" y="822960"/>
            <a:ext cx="6140334" cy="973212"/>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71725" y="1996440"/>
            <a:ext cx="6140335" cy="40992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31088019-00EC-C5EE-FDBA-3FD6E5C52EF8}"/>
              </a:ext>
            </a:extLst>
          </p:cNvPr>
          <p:cNvSpPr>
            <a:spLocks noGrp="1"/>
          </p:cNvSpPr>
          <p:nvPr>
            <p:ph type="pic" sz="quarter" idx="15" hasCustomPrompt="1"/>
          </p:nvPr>
        </p:nvSpPr>
        <p:spPr>
          <a:xfrm>
            <a:off x="7619999" y="0"/>
            <a:ext cx="4572001" cy="6095689"/>
          </a:xfrm>
          <a:custGeom>
            <a:avLst/>
            <a:gdLst>
              <a:gd name="connsiteX0" fmla="*/ 0 w 4572001"/>
              <a:gd name="connsiteY0" fmla="*/ 0 h 6095689"/>
              <a:gd name="connsiteX1" fmla="*/ 4572001 w 4572001"/>
              <a:gd name="connsiteY1" fmla="*/ 0 h 6095689"/>
              <a:gd name="connsiteX2" fmla="*/ 4572001 w 4572001"/>
              <a:gd name="connsiteY2" fmla="*/ 6095689 h 6095689"/>
              <a:gd name="connsiteX3" fmla="*/ 501522 w 4572001"/>
              <a:gd name="connsiteY3" fmla="*/ 6095689 h 6095689"/>
              <a:gd name="connsiteX4" fmla="*/ 0 w 4572001"/>
              <a:gd name="connsiteY4" fmla="*/ 5590205 h 60956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1" h="6095689">
                <a:moveTo>
                  <a:pt x="0" y="0"/>
                </a:moveTo>
                <a:lnTo>
                  <a:pt x="4572001" y="0"/>
                </a:lnTo>
                <a:lnTo>
                  <a:pt x="4572001" y="6095689"/>
                </a:lnTo>
                <a:lnTo>
                  <a:pt x="501522" y="6095689"/>
                </a:lnTo>
                <a:cubicBezTo>
                  <a:pt x="224539" y="6095689"/>
                  <a:pt x="0" y="5869376"/>
                  <a:pt x="0" y="5590205"/>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F1B30B23-B6C4-3723-57BA-D70C99D0320B}"/>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B5CB376B-27E9-4CDA-655E-2AE645F1DE44}"/>
              </a:ext>
            </a:extLst>
          </p:cNvPr>
          <p:cNvSpPr>
            <a:spLocks noGrp="1"/>
          </p:cNvSpPr>
          <p:nvPr>
            <p:ph type="dt" sz="half" idx="16"/>
          </p:nvPr>
        </p:nvSpPr>
        <p:spPr/>
        <p:txBody>
          <a:bodyPr/>
          <a:lstStyle/>
          <a:p>
            <a:fld id="{D7E3ECEC-7E7B-4FB9-BAE8-5C10F12795EA}" type="datetimeFigureOut">
              <a:rPr lang="en-US" smtClean="0"/>
              <a:t>11/13/2025</a:t>
            </a:fld>
            <a:endParaRPr lang="en-US"/>
          </a:p>
        </p:txBody>
      </p:sp>
      <p:sp>
        <p:nvSpPr>
          <p:cNvPr id="10" name="Slide Number Placeholder 9">
            <a:extLst>
              <a:ext uri="{FF2B5EF4-FFF2-40B4-BE49-F238E27FC236}">
                <a16:creationId xmlns:a16="http://schemas.microsoft.com/office/drawing/2014/main" id="{4EC5A43C-DD1F-E7E6-BBC8-F953BC288BB0}"/>
              </a:ext>
            </a:extLst>
          </p:cNvPr>
          <p:cNvSpPr>
            <a:spLocks noGrp="1"/>
          </p:cNvSpPr>
          <p:nvPr>
            <p:ph type="sldNum" sz="quarter" idx="18"/>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775517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23912" y="822960"/>
            <a:ext cx="4243345" cy="1089702"/>
          </a:xfrm>
        </p:spPr>
        <p:txBody>
          <a:bodyPr anchor="t"/>
          <a:lstStyle/>
          <a:p>
            <a:r>
              <a:rPr lang="en-US"/>
              <a:t>Click to edit Master title style</a:t>
            </a:r>
          </a:p>
        </p:txBody>
      </p:sp>
      <p:sp>
        <p:nvSpPr>
          <p:cNvPr id="3" name="Picture Placeholder 2">
            <a:extLst>
              <a:ext uri="{FF2B5EF4-FFF2-40B4-BE49-F238E27FC236}">
                <a16:creationId xmlns:a16="http://schemas.microsoft.com/office/drawing/2014/main" id="{4DBFBCB5-4A7B-F7B3-9AAF-F908FB128AB0}"/>
              </a:ext>
            </a:extLst>
          </p:cNvPr>
          <p:cNvSpPr>
            <a:spLocks noGrp="1"/>
          </p:cNvSpPr>
          <p:nvPr>
            <p:ph type="pic" sz="quarter" idx="15" hasCustomPrompt="1"/>
          </p:nvPr>
        </p:nvSpPr>
        <p:spPr>
          <a:xfrm>
            <a:off x="0" y="0"/>
            <a:ext cx="6548534" cy="6100464"/>
          </a:xfrm>
          <a:custGeom>
            <a:avLst/>
            <a:gdLst>
              <a:gd name="connsiteX0" fmla="*/ 0 w 6548534"/>
              <a:gd name="connsiteY0" fmla="*/ 0 h 6100464"/>
              <a:gd name="connsiteX1" fmla="*/ 6548534 w 6548534"/>
              <a:gd name="connsiteY1" fmla="*/ 0 h 6100464"/>
              <a:gd name="connsiteX2" fmla="*/ 6548534 w 6548534"/>
              <a:gd name="connsiteY2" fmla="*/ 5595865 h 6100464"/>
              <a:gd name="connsiteX3" fmla="*/ 6047012 w 6548534"/>
              <a:gd name="connsiteY3" fmla="*/ 6100464 h 6100464"/>
              <a:gd name="connsiteX4" fmla="*/ 0 w 6548534"/>
              <a:gd name="connsiteY4" fmla="*/ 6100464 h 6100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8534" h="6100464">
                <a:moveTo>
                  <a:pt x="0" y="0"/>
                </a:moveTo>
                <a:lnTo>
                  <a:pt x="6548534" y="0"/>
                </a:lnTo>
                <a:lnTo>
                  <a:pt x="6548534" y="5595865"/>
                </a:lnTo>
                <a:cubicBezTo>
                  <a:pt x="6548534" y="5874548"/>
                  <a:pt x="6323995" y="6100464"/>
                  <a:pt x="6047012" y="6100464"/>
                </a:cubicBezTo>
                <a:lnTo>
                  <a:pt x="0" y="6100464"/>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23069" y="1988820"/>
            <a:ext cx="4244188" cy="41116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8F54AB8-6B4D-C00F-7A9F-6627E7066D2A}"/>
              </a:ext>
            </a:extLst>
          </p:cNvPr>
          <p:cNvSpPr>
            <a:spLocks noGrp="1"/>
          </p:cNvSpPr>
          <p:nvPr>
            <p:ph type="ftr" sz="quarter" idx="17"/>
          </p:nvPr>
        </p:nvSpPr>
        <p:spPr/>
        <p:txBody>
          <a:bodyPr/>
          <a:lstStyle/>
          <a:p>
            <a:endParaRPr lang="en-US"/>
          </a:p>
        </p:txBody>
      </p:sp>
      <p:sp>
        <p:nvSpPr>
          <p:cNvPr id="4" name="Date Placeholder 3">
            <a:extLst>
              <a:ext uri="{FF2B5EF4-FFF2-40B4-BE49-F238E27FC236}">
                <a16:creationId xmlns:a16="http://schemas.microsoft.com/office/drawing/2014/main" id="{DC218C63-B1E1-78F4-CF24-6991FB09C1C4}"/>
              </a:ext>
            </a:extLst>
          </p:cNvPr>
          <p:cNvSpPr>
            <a:spLocks noGrp="1"/>
          </p:cNvSpPr>
          <p:nvPr>
            <p:ph type="dt" sz="half" idx="16"/>
          </p:nvPr>
        </p:nvSpPr>
        <p:spPr/>
        <p:txBody>
          <a:bodyPr/>
          <a:lstStyle/>
          <a:p>
            <a:fld id="{D7E3ECEC-7E7B-4FB9-BAE8-5C10F12795EA}" type="datetimeFigureOut">
              <a:rPr lang="en-US" smtClean="0"/>
              <a:t>11/13/2025</a:t>
            </a:fld>
            <a:endParaRPr lang="en-US"/>
          </a:p>
        </p:txBody>
      </p:sp>
      <p:sp>
        <p:nvSpPr>
          <p:cNvPr id="10" name="Slide Number Placeholder 9">
            <a:extLst>
              <a:ext uri="{FF2B5EF4-FFF2-40B4-BE49-F238E27FC236}">
                <a16:creationId xmlns:a16="http://schemas.microsoft.com/office/drawing/2014/main" id="{BD268E9B-F4A2-5ABF-D43A-3BF4DCADB3FB}"/>
              </a:ext>
            </a:extLst>
          </p:cNvPr>
          <p:cNvSpPr>
            <a:spLocks noGrp="1"/>
          </p:cNvSpPr>
          <p:nvPr>
            <p:ph type="sldNum" sz="quarter" idx="18"/>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72472159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1724" y="822961"/>
            <a:ext cx="4177554" cy="1031240"/>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71725" y="1993392"/>
            <a:ext cx="4177553" cy="41026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CD2D7B58-DFF6-BC00-8544-64FC5F7EED57}"/>
              </a:ext>
            </a:extLst>
          </p:cNvPr>
          <p:cNvSpPr>
            <a:spLocks noGrp="1"/>
          </p:cNvSpPr>
          <p:nvPr>
            <p:ph type="pic" sz="quarter" idx="15" hasCustomPrompt="1"/>
          </p:nvPr>
        </p:nvSpPr>
        <p:spPr>
          <a:xfrm>
            <a:off x="5643722" y="0"/>
            <a:ext cx="6548279" cy="6105855"/>
          </a:xfrm>
          <a:custGeom>
            <a:avLst/>
            <a:gdLst>
              <a:gd name="connsiteX0" fmla="*/ 0 w 6548279"/>
              <a:gd name="connsiteY0" fmla="*/ 0 h 6105855"/>
              <a:gd name="connsiteX1" fmla="*/ 6548279 w 6548279"/>
              <a:gd name="connsiteY1" fmla="*/ 0 h 6105855"/>
              <a:gd name="connsiteX2" fmla="*/ 6548279 w 6548279"/>
              <a:gd name="connsiteY2" fmla="*/ 6105855 h 6105855"/>
              <a:gd name="connsiteX3" fmla="*/ 501522 w 6548279"/>
              <a:gd name="connsiteY3" fmla="*/ 6105855 h 6105855"/>
              <a:gd name="connsiteX4" fmla="*/ 0 w 6548279"/>
              <a:gd name="connsiteY4" fmla="*/ 5600680 h 6105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8279" h="6105855">
                <a:moveTo>
                  <a:pt x="0" y="0"/>
                </a:moveTo>
                <a:lnTo>
                  <a:pt x="6548279" y="0"/>
                </a:lnTo>
                <a:lnTo>
                  <a:pt x="6548279" y="6105855"/>
                </a:lnTo>
                <a:lnTo>
                  <a:pt x="501522" y="6105855"/>
                </a:lnTo>
                <a:cubicBezTo>
                  <a:pt x="224539" y="6105855"/>
                  <a:pt x="0" y="5879680"/>
                  <a:pt x="0" y="560068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11/13/2025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9661403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23912" y="822960"/>
            <a:ext cx="4243345" cy="1089702"/>
          </a:xfrm>
        </p:spPr>
        <p:txBody>
          <a:bodyPr anchor="t"/>
          <a:lstStyle/>
          <a:p>
            <a:r>
              <a:rPr lang="en-US"/>
              <a:t>Click to edit Master title style</a:t>
            </a:r>
          </a:p>
        </p:txBody>
      </p:sp>
      <p:sp>
        <p:nvSpPr>
          <p:cNvPr id="19" name="Picture Placeholder 18">
            <a:extLst>
              <a:ext uri="{FF2B5EF4-FFF2-40B4-BE49-F238E27FC236}">
                <a16:creationId xmlns:a16="http://schemas.microsoft.com/office/drawing/2014/main" id="{03AE08AD-600E-B6CB-33D0-F11CE0529C45}"/>
              </a:ext>
            </a:extLst>
          </p:cNvPr>
          <p:cNvSpPr>
            <a:spLocks noGrp="1"/>
          </p:cNvSpPr>
          <p:nvPr>
            <p:ph type="pic" sz="quarter" idx="15" hasCustomPrompt="1"/>
          </p:nvPr>
        </p:nvSpPr>
        <p:spPr>
          <a:xfrm>
            <a:off x="1" y="765214"/>
            <a:ext cx="6559827" cy="6092786"/>
          </a:xfrm>
          <a:custGeom>
            <a:avLst/>
            <a:gdLst>
              <a:gd name="connsiteX0" fmla="*/ 0 w 6559827"/>
              <a:gd name="connsiteY0" fmla="*/ 0 h 6092786"/>
              <a:gd name="connsiteX1" fmla="*/ 6058305 w 6559827"/>
              <a:gd name="connsiteY1" fmla="*/ 0 h 6092786"/>
              <a:gd name="connsiteX2" fmla="*/ 6559827 w 6559827"/>
              <a:gd name="connsiteY2" fmla="*/ 501522 h 6092786"/>
              <a:gd name="connsiteX3" fmla="*/ 6559827 w 6559827"/>
              <a:gd name="connsiteY3" fmla="*/ 6092786 h 6092786"/>
              <a:gd name="connsiteX4" fmla="*/ 0 w 6559827"/>
              <a:gd name="connsiteY4" fmla="*/ 6092786 h 60927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59827" h="6092786">
                <a:moveTo>
                  <a:pt x="0" y="0"/>
                </a:moveTo>
                <a:lnTo>
                  <a:pt x="6058305" y="0"/>
                </a:lnTo>
                <a:cubicBezTo>
                  <a:pt x="6335288" y="0"/>
                  <a:pt x="6559827" y="224539"/>
                  <a:pt x="6559827" y="501522"/>
                </a:cubicBezTo>
                <a:lnTo>
                  <a:pt x="6559827" y="6092786"/>
                </a:lnTo>
                <a:lnTo>
                  <a:pt x="0" y="6092786"/>
                </a:lnTo>
                <a:close/>
              </a:path>
            </a:pathLst>
          </a:custGeom>
          <a:blipFill>
            <a:blip r:embed="rId2">
              <a:alphaModFix amt="70000"/>
            </a:blip>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23069" y="1988820"/>
            <a:ext cx="4244188" cy="41071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223069" y="6329172"/>
            <a:ext cx="2816835"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601199" y="6329172"/>
            <a:ext cx="1387589" cy="338328"/>
          </a:xfrm>
        </p:spPr>
        <p:txBody>
          <a:bodyPr/>
          <a:lstStyle>
            <a:lvl1pPr>
              <a:defRPr>
                <a:solidFill>
                  <a:schemeClr val="tx1"/>
                </a:solidFill>
                <a:effectLst/>
              </a:defRPr>
            </a:lvl1pPr>
          </a:lstStyle>
          <a:p>
            <a:fld id="{D7E3ECEC-7E7B-4FB9-BAE8-5C10F12795EA}" type="datetimeFigureOut">
              <a:rPr lang="en-US" smtClean="0"/>
              <a:t>11/13/2025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55096" y="6329172"/>
            <a:ext cx="454437"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5462659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324"/>
            <a:ext cx="2959272" cy="1630841"/>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68096" y="2590800"/>
            <a:ext cx="2959272" cy="3505200"/>
          </a:xfrm>
        </p:spPr>
        <p:txBody>
          <a:bodyPr vert="horz" lIns="91440" tIns="45720" rIns="91440" bIns="45720" rtlCol="0">
            <a:normAutofit/>
          </a:bodyPr>
          <a:lstStyle>
            <a:lvl1pPr marL="285750" indent="-285750">
              <a:buFont typeface="Arial" panose="020B0604020202020204" pitchFamily="34" charset="0"/>
              <a:buChar char="•"/>
              <a:defRPr lang="en-US" dirty="0"/>
            </a:lvl1pPr>
            <a:lvl2pPr marL="400050" indent="-171450">
              <a:buFont typeface="Arial" panose="020B0604020202020204" pitchFamily="34" charset="0"/>
              <a:buChar char="•"/>
              <a:defRPr lang="en-US" dirty="0"/>
            </a:lvl2pPr>
            <a:lvl3pPr marL="628650" indent="-171450">
              <a:buFont typeface="Arial" panose="020B0604020202020204" pitchFamily="34" charset="0"/>
              <a:buChar char="•"/>
              <a:defRPr lang="en-US" dirty="0"/>
            </a:lvl3pPr>
            <a:lvl4pPr marL="857250" indent="-171450">
              <a:buFont typeface="Arial" panose="020B0604020202020204" pitchFamily="34" charset="0"/>
              <a:buChar char="•"/>
              <a:defRPr lang="en-US" dirty="0"/>
            </a:lvl4pPr>
            <a:lvl5pPr marL="1085850" indent="-171450">
              <a:buFont typeface="Arial" panose="020B0604020202020204" pitchFamily="34" charset="0"/>
              <a:buChar cha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68096" y="6327648"/>
            <a:ext cx="1833677"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601773" y="6318659"/>
            <a:ext cx="1092885" cy="338328"/>
          </a:xfrm>
        </p:spPr>
        <p:txBody>
          <a:bodyPr/>
          <a:lstStyle>
            <a:lvl1pPr>
              <a:defRPr>
                <a:solidFill>
                  <a:schemeClr val="tx1"/>
                </a:solidFill>
                <a:effectLst/>
              </a:defRPr>
            </a:lvl1pPr>
          </a:lstStyle>
          <a:p>
            <a:fld id="{D7E3ECEC-7E7B-4FB9-BAE8-5C10F12795EA}" type="datetimeFigureOut">
              <a:rPr lang="en-US" smtClean="0"/>
              <a:t>11/13/2025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694658" y="6318659"/>
            <a:ext cx="457200" cy="338328"/>
          </a:xfrm>
        </p:spPr>
        <p:txBody>
          <a:bodyPr/>
          <a:lstStyle/>
          <a:p>
            <a:fld id="{235F31FF-4816-4A7C-BAEE-4B5C41A91EB1}" type="slidenum">
              <a:rPr lang="en-US" smtClean="0"/>
              <a:t>‹#›</a:t>
            </a:fld>
            <a:endParaRPr lang="en-US"/>
          </a:p>
        </p:txBody>
      </p:sp>
      <p:sp>
        <p:nvSpPr>
          <p:cNvPr id="12" name="Picture Placeholder 11">
            <a:extLst>
              <a:ext uri="{FF2B5EF4-FFF2-40B4-BE49-F238E27FC236}">
                <a16:creationId xmlns:a16="http://schemas.microsoft.com/office/drawing/2014/main" id="{0A8E9606-29A0-9DB6-D153-C4863559DC60}"/>
              </a:ext>
            </a:extLst>
          </p:cNvPr>
          <p:cNvSpPr>
            <a:spLocks noGrp="1"/>
          </p:cNvSpPr>
          <p:nvPr>
            <p:ph type="pic" sz="quarter" idx="15" hasCustomPrompt="1"/>
          </p:nvPr>
        </p:nvSpPr>
        <p:spPr>
          <a:xfrm>
            <a:off x="4383033" y="765213"/>
            <a:ext cx="7808967" cy="6092787"/>
          </a:xfrm>
          <a:custGeom>
            <a:avLst/>
            <a:gdLst>
              <a:gd name="connsiteX0" fmla="*/ 501522 w 7808967"/>
              <a:gd name="connsiteY0" fmla="*/ 0 h 6092787"/>
              <a:gd name="connsiteX1" fmla="*/ 7808967 w 7808967"/>
              <a:gd name="connsiteY1" fmla="*/ 0 h 6092787"/>
              <a:gd name="connsiteX2" fmla="*/ 7808967 w 7808967"/>
              <a:gd name="connsiteY2" fmla="*/ 6092787 h 6092787"/>
              <a:gd name="connsiteX3" fmla="*/ 0 w 7808967"/>
              <a:gd name="connsiteY3" fmla="*/ 6092787 h 6092787"/>
              <a:gd name="connsiteX4" fmla="*/ 0 w 7808967"/>
              <a:gd name="connsiteY4" fmla="*/ 501522 h 6092787"/>
              <a:gd name="connsiteX5" fmla="*/ 501522 w 7808967"/>
              <a:gd name="connsiteY5" fmla="*/ 0 h 6092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808967" h="6092787">
                <a:moveTo>
                  <a:pt x="501522" y="0"/>
                </a:moveTo>
                <a:lnTo>
                  <a:pt x="7808967" y="0"/>
                </a:lnTo>
                <a:lnTo>
                  <a:pt x="7808967" y="6092787"/>
                </a:lnTo>
                <a:lnTo>
                  <a:pt x="0" y="6092787"/>
                </a:lnTo>
                <a:lnTo>
                  <a:pt x="0" y="501522"/>
                </a:lnTo>
                <a:cubicBezTo>
                  <a:pt x="0" y="224539"/>
                  <a:pt x="224539" y="0"/>
                  <a:pt x="50152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255916720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4842437"/>
            <a:ext cx="3636745" cy="1253564"/>
          </a:xfrm>
        </p:spPr>
        <p:txBody>
          <a:bodyPr anchor="t">
            <a:noAutofit/>
          </a:bodyPr>
          <a:lstStyle>
            <a:lvl1pPr>
              <a:defRPr sz="2500"/>
            </a:lvl1pPr>
          </a:lstStyle>
          <a:p>
            <a:r>
              <a:rPr lang="en-US"/>
              <a:t>Click to edit Master title style</a:t>
            </a:r>
          </a:p>
        </p:txBody>
      </p:sp>
      <p:sp>
        <p:nvSpPr>
          <p:cNvPr id="9" name="Picture Placeholder 3">
            <a:extLst>
              <a:ext uri="{FF2B5EF4-FFF2-40B4-BE49-F238E27FC236}">
                <a16:creationId xmlns:a16="http://schemas.microsoft.com/office/drawing/2014/main" id="{D90D792C-BF4F-3E3A-5C82-8AA602818235}"/>
              </a:ext>
            </a:extLst>
          </p:cNvPr>
          <p:cNvSpPr>
            <a:spLocks noGrp="1"/>
          </p:cNvSpPr>
          <p:nvPr>
            <p:ph type="pic" sz="quarter" idx="15" hasCustomPrompt="1"/>
          </p:nvPr>
        </p:nvSpPr>
        <p:spPr>
          <a:xfrm>
            <a:off x="0" y="0"/>
            <a:ext cx="11468100" cy="4354140"/>
          </a:xfrm>
          <a:custGeom>
            <a:avLst/>
            <a:gdLst>
              <a:gd name="connsiteX0" fmla="*/ 0 w 11468100"/>
              <a:gd name="connsiteY0" fmla="*/ 0 h 4354140"/>
              <a:gd name="connsiteX1" fmla="*/ 11468100 w 11468100"/>
              <a:gd name="connsiteY1" fmla="*/ 0 h 4354140"/>
              <a:gd name="connsiteX2" fmla="*/ 11468100 w 11468100"/>
              <a:gd name="connsiteY2" fmla="*/ 3852618 h 4354140"/>
              <a:gd name="connsiteX3" fmla="*/ 10965387 w 11468100"/>
              <a:gd name="connsiteY3" fmla="*/ 4354140 h 4354140"/>
              <a:gd name="connsiteX4" fmla="*/ 0 w 11468100"/>
              <a:gd name="connsiteY4" fmla="*/ 4354140 h 43541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4354140">
                <a:moveTo>
                  <a:pt x="0" y="0"/>
                </a:moveTo>
                <a:lnTo>
                  <a:pt x="11468100" y="0"/>
                </a:lnTo>
                <a:lnTo>
                  <a:pt x="11468100" y="3852618"/>
                </a:lnTo>
                <a:cubicBezTo>
                  <a:pt x="11468100" y="4129601"/>
                  <a:pt x="11243028" y="4354140"/>
                  <a:pt x="10965387" y="4354140"/>
                </a:cubicBezTo>
                <a:lnTo>
                  <a:pt x="0" y="4354140"/>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89635" y="4854632"/>
            <a:ext cx="6579807" cy="139376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11/13/2025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8593401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2090" y="4095740"/>
            <a:ext cx="3242191" cy="1704459"/>
          </a:xfrm>
        </p:spPr>
        <p:txBody>
          <a:bodyPr anchor="t">
            <a:noAutofit/>
          </a:bodyPr>
          <a:lstStyle>
            <a:lvl1pPr>
              <a:defRPr sz="2500"/>
            </a:lvl1pPr>
          </a:lstStyle>
          <a:p>
            <a:r>
              <a:rPr lang="en-US"/>
              <a:t>Click to edit Master title style</a:t>
            </a:r>
          </a:p>
        </p:txBody>
      </p:sp>
      <p:sp>
        <p:nvSpPr>
          <p:cNvPr id="9" name="Picture Placeholder 8">
            <a:extLst>
              <a:ext uri="{FF2B5EF4-FFF2-40B4-BE49-F238E27FC236}">
                <a16:creationId xmlns:a16="http://schemas.microsoft.com/office/drawing/2014/main" id="{C842B8C5-7416-8C92-3E56-737867305A74}"/>
              </a:ext>
            </a:extLst>
          </p:cNvPr>
          <p:cNvSpPr>
            <a:spLocks noGrp="1"/>
          </p:cNvSpPr>
          <p:nvPr>
            <p:ph type="pic" sz="quarter" idx="15" hasCustomPrompt="1"/>
          </p:nvPr>
        </p:nvSpPr>
        <p:spPr>
          <a:xfrm>
            <a:off x="0" y="0"/>
            <a:ext cx="11468100" cy="3659602"/>
          </a:xfrm>
          <a:custGeom>
            <a:avLst/>
            <a:gdLst>
              <a:gd name="connsiteX0" fmla="*/ 0 w 11468100"/>
              <a:gd name="connsiteY0" fmla="*/ 0 h 3659602"/>
              <a:gd name="connsiteX1" fmla="*/ 11468100 w 11468100"/>
              <a:gd name="connsiteY1" fmla="*/ 0 h 3659602"/>
              <a:gd name="connsiteX2" fmla="*/ 11468100 w 11468100"/>
              <a:gd name="connsiteY2" fmla="*/ 3158080 h 3659602"/>
              <a:gd name="connsiteX3" fmla="*/ 10964923 w 11468100"/>
              <a:gd name="connsiteY3" fmla="*/ 3659602 h 3659602"/>
              <a:gd name="connsiteX4" fmla="*/ 0 w 11468100"/>
              <a:gd name="connsiteY4" fmla="*/ 3659602 h 36596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3659602">
                <a:moveTo>
                  <a:pt x="0" y="0"/>
                </a:moveTo>
                <a:lnTo>
                  <a:pt x="11468100" y="0"/>
                </a:lnTo>
                <a:lnTo>
                  <a:pt x="11468100" y="3158080"/>
                </a:lnTo>
                <a:cubicBezTo>
                  <a:pt x="11468100" y="3435063"/>
                  <a:pt x="11242820" y="3659602"/>
                  <a:pt x="10964923" y="3659602"/>
                </a:cubicBezTo>
                <a:lnTo>
                  <a:pt x="0" y="3659602"/>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375355" y="4095740"/>
            <a:ext cx="7092745" cy="2006016"/>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11/13/2025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6147924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3159974" cy="1612741"/>
          </a:xfrm>
        </p:spPr>
        <p:txBody>
          <a:bodyPr anchor="t">
            <a:noAutofit/>
          </a:bodyPr>
          <a:lstStyle>
            <a:lvl1pPr>
              <a:defRPr sz="2500"/>
            </a:lvl1pPr>
          </a:lstStyle>
          <a:p>
            <a:r>
              <a:rPr lang="en-US"/>
              <a:t>Click to edit Master title style</a:t>
            </a:r>
          </a:p>
        </p:txBody>
      </p:sp>
      <p:sp>
        <p:nvSpPr>
          <p:cNvPr id="9" name="Footer Placeholder 8">
            <a:extLst>
              <a:ext uri="{FF2B5EF4-FFF2-40B4-BE49-F238E27FC236}">
                <a16:creationId xmlns:a16="http://schemas.microsoft.com/office/drawing/2014/main" id="{C0D06C70-6C8E-0F10-743F-047DC1563DEE}"/>
              </a:ext>
            </a:extLst>
          </p:cNvPr>
          <p:cNvSpPr>
            <a:spLocks noGrp="1"/>
          </p:cNvSpPr>
          <p:nvPr>
            <p:ph type="ftr" sz="quarter" idx="17"/>
          </p:nvPr>
        </p:nvSpPr>
        <p:spPr>
          <a:xfrm>
            <a:off x="772090" y="64008"/>
            <a:ext cx="2816835" cy="338328"/>
          </a:xfrm>
        </p:spPr>
        <p:txBody>
          <a:bodyPr/>
          <a:lstStyle/>
          <a:p>
            <a:endParaRPr lang="en-US"/>
          </a:p>
        </p:txBody>
      </p:sp>
      <p:sp>
        <p:nvSpPr>
          <p:cNvPr id="3" name="Date Placeholder 2">
            <a:extLst>
              <a:ext uri="{FF2B5EF4-FFF2-40B4-BE49-F238E27FC236}">
                <a16:creationId xmlns:a16="http://schemas.microsoft.com/office/drawing/2014/main" id="{984B292A-7A06-6DDC-E8C4-EBEEF5A46C03}"/>
              </a:ext>
            </a:extLst>
          </p:cNvPr>
          <p:cNvSpPr>
            <a:spLocks noGrp="1"/>
          </p:cNvSpPr>
          <p:nvPr>
            <p:ph type="dt" sz="half" idx="16"/>
          </p:nvPr>
        </p:nvSpPr>
        <p:spPr>
          <a:xfrm>
            <a:off x="9291411" y="64008"/>
            <a:ext cx="1612674" cy="338328"/>
          </a:xfrm>
        </p:spPr>
        <p:txBody>
          <a:bodyPr/>
          <a:lstStyle/>
          <a:p>
            <a:fld id="{D7E3ECEC-7E7B-4FB9-BAE8-5C10F12795EA}" type="datetimeFigureOut">
              <a:rPr lang="en-US" smtClean="0"/>
              <a:t>11/13/2025</a:t>
            </a:fld>
            <a:endParaRPr lang="en-US"/>
          </a:p>
        </p:txBody>
      </p:sp>
      <p:sp>
        <p:nvSpPr>
          <p:cNvPr id="10" name="Slide Number Placeholder 9">
            <a:extLst>
              <a:ext uri="{FF2B5EF4-FFF2-40B4-BE49-F238E27FC236}">
                <a16:creationId xmlns:a16="http://schemas.microsoft.com/office/drawing/2014/main" id="{5D35E09C-E9FB-8393-0705-FD349F06C4C1}"/>
              </a:ext>
            </a:extLst>
          </p:cNvPr>
          <p:cNvSpPr>
            <a:spLocks noGrp="1"/>
          </p:cNvSpPr>
          <p:nvPr>
            <p:ph type="sldNum" sz="quarter" idx="18"/>
          </p:nvPr>
        </p:nvSpPr>
        <p:spPr>
          <a:xfrm>
            <a:off x="11050742" y="64008"/>
            <a:ext cx="457200" cy="338328"/>
          </a:xfrm>
        </p:spPr>
        <p:txBody>
          <a:bodyPr/>
          <a:lstStyle/>
          <a:p>
            <a:fld id="{235F31FF-4816-4A7C-BAEE-4B5C41A91EB1}"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375355" y="822959"/>
            <a:ext cx="7092745" cy="1998677"/>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90B4482-E492-864A-9429-7F3F86067CBD}"/>
              </a:ext>
            </a:extLst>
          </p:cNvPr>
          <p:cNvSpPr>
            <a:spLocks noGrp="1"/>
          </p:cNvSpPr>
          <p:nvPr>
            <p:ph type="pic" sz="quarter" idx="15" hasCustomPrompt="1"/>
          </p:nvPr>
        </p:nvSpPr>
        <p:spPr>
          <a:xfrm>
            <a:off x="0" y="3268078"/>
            <a:ext cx="11468100" cy="3589922"/>
          </a:xfrm>
          <a:custGeom>
            <a:avLst/>
            <a:gdLst>
              <a:gd name="connsiteX0" fmla="*/ 0 w 11468100"/>
              <a:gd name="connsiteY0" fmla="*/ 0 h 3589922"/>
              <a:gd name="connsiteX1" fmla="*/ 10964923 w 11468100"/>
              <a:gd name="connsiteY1" fmla="*/ 0 h 3589922"/>
              <a:gd name="connsiteX2" fmla="*/ 11468100 w 11468100"/>
              <a:gd name="connsiteY2" fmla="*/ 501522 h 3589922"/>
              <a:gd name="connsiteX3" fmla="*/ 11468100 w 11468100"/>
              <a:gd name="connsiteY3" fmla="*/ 3589922 h 3589922"/>
              <a:gd name="connsiteX4" fmla="*/ 0 w 11468100"/>
              <a:gd name="connsiteY4" fmla="*/ 3589922 h 3589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3589922">
                <a:moveTo>
                  <a:pt x="0" y="0"/>
                </a:moveTo>
                <a:lnTo>
                  <a:pt x="10964923" y="0"/>
                </a:lnTo>
                <a:cubicBezTo>
                  <a:pt x="11242820" y="0"/>
                  <a:pt x="11468100" y="224539"/>
                  <a:pt x="11468100" y="501522"/>
                </a:cubicBezTo>
                <a:lnTo>
                  <a:pt x="11468100" y="3589922"/>
                </a:lnTo>
                <a:lnTo>
                  <a:pt x="0" y="3589922"/>
                </a:lnTo>
                <a:close/>
              </a:path>
            </a:pathLst>
          </a:custGeom>
          <a:blipFill>
            <a:blip r:embed="rId2">
              <a:alphaModFix amt="70000"/>
            </a:blip>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69146694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2090" y="3316097"/>
            <a:ext cx="3242191" cy="1704459"/>
          </a:xfrm>
        </p:spPr>
        <p:txBody>
          <a:bodyPr anchor="t">
            <a:noAutofit/>
          </a:bodyPr>
          <a:lstStyle>
            <a:lvl1pPr>
              <a:defRPr sz="2500"/>
            </a:lvl1pPr>
          </a:lstStyle>
          <a:p>
            <a:r>
              <a:rPr lang="en-US"/>
              <a:t>Click to edit Master title style</a:t>
            </a:r>
          </a:p>
        </p:txBody>
      </p:sp>
      <p:sp>
        <p:nvSpPr>
          <p:cNvPr id="4" name="Picture Placeholder 3">
            <a:extLst>
              <a:ext uri="{FF2B5EF4-FFF2-40B4-BE49-F238E27FC236}">
                <a16:creationId xmlns:a16="http://schemas.microsoft.com/office/drawing/2014/main" id="{D6389053-627F-50C3-46B2-6517FF15D614}"/>
              </a:ext>
            </a:extLst>
          </p:cNvPr>
          <p:cNvSpPr>
            <a:spLocks noGrp="1"/>
          </p:cNvSpPr>
          <p:nvPr>
            <p:ph type="pic" sz="quarter" idx="15" hasCustomPrompt="1"/>
          </p:nvPr>
        </p:nvSpPr>
        <p:spPr>
          <a:xfrm>
            <a:off x="0" y="1"/>
            <a:ext cx="11468100" cy="2879959"/>
          </a:xfrm>
          <a:custGeom>
            <a:avLst/>
            <a:gdLst>
              <a:gd name="connsiteX0" fmla="*/ 0 w 11468100"/>
              <a:gd name="connsiteY0" fmla="*/ 0 h 2879959"/>
              <a:gd name="connsiteX1" fmla="*/ 11468100 w 11468100"/>
              <a:gd name="connsiteY1" fmla="*/ 0 h 2879959"/>
              <a:gd name="connsiteX2" fmla="*/ 11468100 w 11468100"/>
              <a:gd name="connsiteY2" fmla="*/ 2378437 h 2879959"/>
              <a:gd name="connsiteX3" fmla="*/ 10964923 w 11468100"/>
              <a:gd name="connsiteY3" fmla="*/ 2879959 h 2879959"/>
              <a:gd name="connsiteX4" fmla="*/ 0 w 11468100"/>
              <a:gd name="connsiteY4" fmla="*/ 2879959 h 2879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2879959">
                <a:moveTo>
                  <a:pt x="0" y="0"/>
                </a:moveTo>
                <a:lnTo>
                  <a:pt x="11468100" y="0"/>
                </a:lnTo>
                <a:lnTo>
                  <a:pt x="11468100" y="2378437"/>
                </a:lnTo>
                <a:cubicBezTo>
                  <a:pt x="11468100" y="2655420"/>
                  <a:pt x="11242820" y="2879959"/>
                  <a:pt x="10964923" y="2879959"/>
                </a:cubicBezTo>
                <a:lnTo>
                  <a:pt x="0" y="2879959"/>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375355" y="3316096"/>
            <a:ext cx="7092745" cy="285292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11/13/2025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19439178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10706100" cy="604428"/>
          </a:xfrm>
        </p:spPr>
        <p:txBody>
          <a:bodyPr anchor="t"/>
          <a:lstStyle/>
          <a:p>
            <a:r>
              <a:rPr lang="en-US"/>
              <a:t>Click to edit Master title style</a:t>
            </a:r>
          </a:p>
        </p:txBody>
      </p:sp>
      <p:sp>
        <p:nvSpPr>
          <p:cNvPr id="4" name="Picture Placeholder 3">
            <a:extLst>
              <a:ext uri="{FF2B5EF4-FFF2-40B4-BE49-F238E27FC236}">
                <a16:creationId xmlns:a16="http://schemas.microsoft.com/office/drawing/2014/main" id="{5F790B68-0230-A98B-796E-2C008AC2CC5D}"/>
              </a:ext>
            </a:extLst>
          </p:cNvPr>
          <p:cNvSpPr>
            <a:spLocks noGrp="1"/>
          </p:cNvSpPr>
          <p:nvPr>
            <p:ph type="pic" sz="quarter" idx="15" hasCustomPrompt="1"/>
          </p:nvPr>
        </p:nvSpPr>
        <p:spPr>
          <a:xfrm>
            <a:off x="0" y="1750092"/>
            <a:ext cx="6553940" cy="5107908"/>
          </a:xfrm>
          <a:custGeom>
            <a:avLst/>
            <a:gdLst>
              <a:gd name="connsiteX0" fmla="*/ 0 w 6553940"/>
              <a:gd name="connsiteY0" fmla="*/ 0 h 5107908"/>
              <a:gd name="connsiteX1" fmla="*/ 6118541 w 6553940"/>
              <a:gd name="connsiteY1" fmla="*/ 0 h 5107908"/>
              <a:gd name="connsiteX2" fmla="*/ 6553940 w 6553940"/>
              <a:gd name="connsiteY2" fmla="*/ 439618 h 5107908"/>
              <a:gd name="connsiteX3" fmla="*/ 6553940 w 6553940"/>
              <a:gd name="connsiteY3" fmla="*/ 5107908 h 5107908"/>
              <a:gd name="connsiteX4" fmla="*/ 0 w 6553940"/>
              <a:gd name="connsiteY4" fmla="*/ 5107908 h 5107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53940" h="5107908">
                <a:moveTo>
                  <a:pt x="0" y="0"/>
                </a:moveTo>
                <a:lnTo>
                  <a:pt x="6118541" y="0"/>
                </a:lnTo>
                <a:cubicBezTo>
                  <a:pt x="6359005" y="0"/>
                  <a:pt x="6553940" y="196824"/>
                  <a:pt x="6553940" y="439618"/>
                </a:cubicBezTo>
                <a:lnTo>
                  <a:pt x="6553940" y="5107908"/>
                </a:lnTo>
                <a:lnTo>
                  <a:pt x="0" y="5107908"/>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199994" y="1679171"/>
            <a:ext cx="4268106" cy="44930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199994" y="6389695"/>
            <a:ext cx="2183822"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3704" y="6389695"/>
            <a:ext cx="1625600" cy="338328"/>
          </a:xfrm>
        </p:spPr>
        <p:txBody>
          <a:bodyPr/>
          <a:lstStyle/>
          <a:p>
            <a:fld id="{D7E3ECEC-7E7B-4FB9-BAE8-5C10F12795EA}" type="datetimeFigureOut">
              <a:rPr lang="en-US" smtClean="0"/>
              <a:t>11/13/2025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25200" y="6389695"/>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10868357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59"/>
            <a:ext cx="4811167" cy="916991"/>
          </a:xfrm>
        </p:spPr>
        <p:txBody>
          <a:bodyPr anchor="t"/>
          <a:lstStyle/>
          <a:p>
            <a:r>
              <a:rPr lang="en-US"/>
              <a:t>Click to edit Master title style</a:t>
            </a:r>
          </a:p>
        </p:txBody>
      </p:sp>
      <p:sp>
        <p:nvSpPr>
          <p:cNvPr id="12" name="Picture Placeholder 11">
            <a:extLst>
              <a:ext uri="{FF2B5EF4-FFF2-40B4-BE49-F238E27FC236}">
                <a16:creationId xmlns:a16="http://schemas.microsoft.com/office/drawing/2014/main" id="{40936EEA-460B-E34D-8B9C-832ADF15E401}"/>
              </a:ext>
            </a:extLst>
          </p:cNvPr>
          <p:cNvSpPr>
            <a:spLocks noGrp="1"/>
          </p:cNvSpPr>
          <p:nvPr>
            <p:ph type="pic" sz="quarter" idx="15" hasCustomPrompt="1"/>
          </p:nvPr>
        </p:nvSpPr>
        <p:spPr>
          <a:xfrm>
            <a:off x="1" y="1958288"/>
            <a:ext cx="5620853" cy="4899713"/>
          </a:xfrm>
          <a:custGeom>
            <a:avLst/>
            <a:gdLst>
              <a:gd name="connsiteX0" fmla="*/ 0 w 5620853"/>
              <a:gd name="connsiteY0" fmla="*/ 0 h 4899713"/>
              <a:gd name="connsiteX1" fmla="*/ 5119331 w 5620853"/>
              <a:gd name="connsiteY1" fmla="*/ 0 h 4899713"/>
              <a:gd name="connsiteX2" fmla="*/ 5620853 w 5620853"/>
              <a:gd name="connsiteY2" fmla="*/ 501522 h 4899713"/>
              <a:gd name="connsiteX3" fmla="*/ 5620853 w 5620853"/>
              <a:gd name="connsiteY3" fmla="*/ 4899713 h 4899713"/>
              <a:gd name="connsiteX4" fmla="*/ 0 w 5620853"/>
              <a:gd name="connsiteY4" fmla="*/ 4899713 h 4899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20853" h="4899713">
                <a:moveTo>
                  <a:pt x="0" y="0"/>
                </a:moveTo>
                <a:lnTo>
                  <a:pt x="5119331" y="0"/>
                </a:lnTo>
                <a:cubicBezTo>
                  <a:pt x="5396314" y="0"/>
                  <a:pt x="5620853" y="224539"/>
                  <a:pt x="5620853" y="501522"/>
                </a:cubicBezTo>
                <a:lnTo>
                  <a:pt x="5620853" y="4899713"/>
                </a:lnTo>
                <a:lnTo>
                  <a:pt x="0" y="4899713"/>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314184" y="822960"/>
            <a:ext cx="5153915" cy="52730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311795" y="6387559"/>
            <a:ext cx="2868392"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31917" y="6387559"/>
            <a:ext cx="1658678" cy="338328"/>
          </a:xfrm>
        </p:spPr>
        <p:txBody>
          <a:bodyPr/>
          <a:lstStyle/>
          <a:p>
            <a:fld id="{D7E3ECEC-7E7B-4FB9-BAE8-5C10F12795EA}" type="datetimeFigureOut">
              <a:rPr lang="en-US" smtClean="0"/>
              <a:t>11/13/2025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2325" y="6387559"/>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9346053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3383280" cy="1269365"/>
          </a:xfrm>
        </p:spPr>
        <p:txBody>
          <a:bodyPr anchor="t">
            <a:normAutofit/>
          </a:bodyPr>
          <a:lstStyle>
            <a:lvl1pPr>
              <a:defRPr sz="2500"/>
            </a:lvl1pPr>
          </a:lstStyle>
          <a:p>
            <a:r>
              <a:rPr lang="en-US"/>
              <a:t>Click to edit Master title style</a:t>
            </a:r>
          </a:p>
        </p:txBody>
      </p:sp>
      <p:sp>
        <p:nvSpPr>
          <p:cNvPr id="11" name="Picture Placeholder 9">
            <a:extLst>
              <a:ext uri="{FF2B5EF4-FFF2-40B4-BE49-F238E27FC236}">
                <a16:creationId xmlns:a16="http://schemas.microsoft.com/office/drawing/2014/main" id="{2E39E907-908A-148E-8CF0-2C3161E428B4}"/>
              </a:ext>
            </a:extLst>
          </p:cNvPr>
          <p:cNvSpPr>
            <a:spLocks noGrp="1"/>
          </p:cNvSpPr>
          <p:nvPr>
            <p:ph type="pic" sz="quarter" idx="15" hasCustomPrompt="1"/>
          </p:nvPr>
        </p:nvSpPr>
        <p:spPr>
          <a:xfrm>
            <a:off x="1" y="2387462"/>
            <a:ext cx="4145281" cy="4470539"/>
          </a:xfrm>
          <a:custGeom>
            <a:avLst/>
            <a:gdLst>
              <a:gd name="connsiteX0" fmla="*/ 0 w 4145281"/>
              <a:gd name="connsiteY0" fmla="*/ 0 h 4470539"/>
              <a:gd name="connsiteX1" fmla="*/ 3629230 w 4145281"/>
              <a:gd name="connsiteY1" fmla="*/ 0 h 4470539"/>
              <a:gd name="connsiteX2" fmla="*/ 4145281 w 4145281"/>
              <a:gd name="connsiteY2" fmla="*/ 516051 h 4470539"/>
              <a:gd name="connsiteX3" fmla="*/ 4145281 w 4145281"/>
              <a:gd name="connsiteY3" fmla="*/ 4470539 h 4470539"/>
              <a:gd name="connsiteX4" fmla="*/ 0 w 4145281"/>
              <a:gd name="connsiteY4" fmla="*/ 4470539 h 44705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5281" h="4470539">
                <a:moveTo>
                  <a:pt x="0" y="0"/>
                </a:moveTo>
                <a:lnTo>
                  <a:pt x="3629230" y="0"/>
                </a:lnTo>
                <a:cubicBezTo>
                  <a:pt x="3914237" y="0"/>
                  <a:pt x="4145281" y="231044"/>
                  <a:pt x="4145281" y="516051"/>
                </a:cubicBezTo>
                <a:lnTo>
                  <a:pt x="4145281" y="4470539"/>
                </a:lnTo>
                <a:lnTo>
                  <a:pt x="0" y="4470539"/>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839479" y="781685"/>
            <a:ext cx="6628621" cy="53905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146266" y="6388215"/>
            <a:ext cx="2969008"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432999" y="6388215"/>
            <a:ext cx="2558901" cy="338328"/>
          </a:xfrm>
        </p:spPr>
        <p:txBody>
          <a:bodyPr/>
          <a:lstStyle/>
          <a:p>
            <a:fld id="{D7E3ECEC-7E7B-4FB9-BAE8-5C10F12795EA}" type="datetimeFigureOut">
              <a:rPr lang="en-US" smtClean="0"/>
              <a:t>11/13/2025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2323" y="6388215"/>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57484371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tx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6EF0D11-5ED9-D2C8-48DF-CDDD85CEAC2D}"/>
              </a:ext>
              <a:ext uri="{C183D7F6-B498-43B3-948B-1728B52AA6E4}">
                <adec:decorative xmlns:adec="http://schemas.microsoft.com/office/drawing/2017/decorative" val="1"/>
              </a:ext>
            </a:extLst>
          </p:cNvPr>
          <p:cNvSpPr/>
          <p:nvPr/>
        </p:nvSpPr>
        <p:spPr>
          <a:xfrm>
            <a:off x="-1524" y="0"/>
            <a:ext cx="12192000" cy="6858000"/>
          </a:xfrm>
          <a:prstGeom prst="rect">
            <a:avLst/>
          </a:prstGeom>
          <a:solidFill>
            <a:schemeClr val="accent3">
              <a:alpha val="6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1389888" y="4809744"/>
            <a:ext cx="9345168" cy="1225296"/>
          </a:xfrm>
        </p:spPr>
        <p:txBody>
          <a:bodyPr anchor="t">
            <a:normAutofit/>
          </a:bodyPr>
          <a:lstStyle>
            <a:lvl1pPr algn="ctr">
              <a:lnSpc>
                <a:spcPct val="120000"/>
              </a:lnSpc>
              <a:defRPr sz="2800">
                <a:solidFill>
                  <a:schemeClr val="tx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493776" y="603504"/>
            <a:ext cx="11201400" cy="4206240"/>
          </a:xfrm>
        </p:spPr>
        <p:txBody>
          <a:bodyPr anchor="b">
            <a:normAutofit/>
          </a:bodyPr>
          <a:lstStyle>
            <a:lvl1pPr marL="0" indent="0" algn="ctr">
              <a:lnSpc>
                <a:spcPct val="90000"/>
              </a:lnSpc>
              <a:buNone/>
              <a:defRPr sz="27800">
                <a:solidFill>
                  <a:schemeClr val="accent1"/>
                </a:solidFill>
                <a:latin typeface="+mj-lt"/>
              </a:defRPr>
            </a:lvl1pPr>
          </a:lstStyle>
          <a:p>
            <a:pPr lvl="0"/>
            <a:r>
              <a:rPr lang="en-US"/>
              <a:t>##%</a:t>
            </a:r>
          </a:p>
        </p:txBody>
      </p:sp>
      <p:sp>
        <p:nvSpPr>
          <p:cNvPr id="4" name="Footer Placeholder 3">
            <a:extLst>
              <a:ext uri="{FF2B5EF4-FFF2-40B4-BE49-F238E27FC236}">
                <a16:creationId xmlns:a16="http://schemas.microsoft.com/office/drawing/2014/main" id="{F0225984-1615-5B69-4A65-E3A7E6508DE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0C53913C-4E7F-A6E2-8028-C03CFD32F302}"/>
              </a:ext>
            </a:extLst>
          </p:cNvPr>
          <p:cNvSpPr>
            <a:spLocks noGrp="1"/>
          </p:cNvSpPr>
          <p:nvPr>
            <p:ph type="dt" sz="half" idx="10"/>
          </p:nvPr>
        </p:nvSpPr>
        <p:spPr/>
        <p:txBody>
          <a:bodyPr/>
          <a:lstStyle>
            <a:lvl1pPr>
              <a:defRPr>
                <a:solidFill>
                  <a:schemeClr val="tx1"/>
                </a:solidFill>
              </a:defRPr>
            </a:lvl1pPr>
          </a:lstStyle>
          <a:p>
            <a:fld id="{D7E3ECEC-7E7B-4FB9-BAE8-5C10F12795EA}" type="datetimeFigureOut">
              <a:rPr lang="en-US" smtClean="0"/>
              <a:t>11/13/2025</a:t>
            </a:fld>
            <a:endParaRPr lang="en-US"/>
          </a:p>
        </p:txBody>
      </p:sp>
      <p:sp>
        <p:nvSpPr>
          <p:cNvPr id="5" name="Slide Number Placeholder 4">
            <a:extLst>
              <a:ext uri="{FF2B5EF4-FFF2-40B4-BE49-F238E27FC236}">
                <a16:creationId xmlns:a16="http://schemas.microsoft.com/office/drawing/2014/main" id="{26A6A07C-51B6-897B-8C81-FBA62CFE4176}"/>
              </a:ext>
            </a:extLst>
          </p:cNvPr>
          <p:cNvSpPr>
            <a:spLocks noGrp="1"/>
          </p:cNvSpPr>
          <p:nvPr>
            <p:ph type="sldNum" sz="quarter" idx="12"/>
          </p:nvPr>
        </p:nvSpPr>
        <p:spPr/>
        <p:txBody>
          <a:bodyPr/>
          <a:lstStyle>
            <a:lvl1pPr>
              <a:defRPr>
                <a:solidFill>
                  <a:schemeClr val="tx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247658672"/>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Number Large 2">
    <p:bg>
      <p:bgRef idx="1001">
        <a:schemeClr val="bg2"/>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F3547126-466C-18B0-8C04-007D93615CD9}"/>
              </a:ext>
              <a:ext uri="{C183D7F6-B498-43B3-948B-1728B52AA6E4}">
                <adec:decorative xmlns:adec="http://schemas.microsoft.com/office/drawing/2017/decorative" val="1"/>
              </a:ext>
            </a:extLst>
          </p:cNvPr>
          <p:cNvSpPr/>
          <p:nvPr/>
        </p:nvSpPr>
        <p:spPr>
          <a:xfrm>
            <a:off x="0" y="-1"/>
            <a:ext cx="11208688" cy="5154130"/>
          </a:xfrm>
          <a:custGeom>
            <a:avLst/>
            <a:gdLst>
              <a:gd name="connsiteX0" fmla="*/ 0 w 11208688"/>
              <a:gd name="connsiteY0" fmla="*/ 0 h 5154130"/>
              <a:gd name="connsiteX1" fmla="*/ 11208688 w 11208688"/>
              <a:gd name="connsiteY1" fmla="*/ 0 h 5154130"/>
              <a:gd name="connsiteX2" fmla="*/ 11208688 w 11208688"/>
              <a:gd name="connsiteY2" fmla="*/ 526471 h 5154130"/>
              <a:gd name="connsiteX3" fmla="*/ 11208688 w 11208688"/>
              <a:gd name="connsiteY3" fmla="*/ 4126137 h 5154130"/>
              <a:gd name="connsiteX4" fmla="*/ 11208688 w 11208688"/>
              <a:gd name="connsiteY4" fmla="*/ 4652608 h 5154130"/>
              <a:gd name="connsiteX5" fmla="*/ 10707166 w 11208688"/>
              <a:gd name="connsiteY5" fmla="*/ 5154130 h 5154130"/>
              <a:gd name="connsiteX6" fmla="*/ 0 w 11208688"/>
              <a:gd name="connsiteY6" fmla="*/ 5154130 h 5154130"/>
              <a:gd name="connsiteX7" fmla="*/ 0 w 11208688"/>
              <a:gd name="connsiteY7" fmla="*/ 4627659 h 5154130"/>
              <a:gd name="connsiteX8" fmla="*/ 0 w 11208688"/>
              <a:gd name="connsiteY8" fmla="*/ 526471 h 5154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208688" h="5154130">
                <a:moveTo>
                  <a:pt x="0" y="0"/>
                </a:moveTo>
                <a:lnTo>
                  <a:pt x="11208688" y="0"/>
                </a:lnTo>
                <a:lnTo>
                  <a:pt x="11208688" y="526471"/>
                </a:lnTo>
                <a:lnTo>
                  <a:pt x="11208688" y="4126137"/>
                </a:lnTo>
                <a:lnTo>
                  <a:pt x="11208688" y="4652608"/>
                </a:lnTo>
                <a:cubicBezTo>
                  <a:pt x="11208688" y="4929591"/>
                  <a:pt x="10984149" y="5154130"/>
                  <a:pt x="10707166" y="5154130"/>
                </a:cubicBezTo>
                <a:lnTo>
                  <a:pt x="0" y="5154130"/>
                </a:lnTo>
                <a:lnTo>
                  <a:pt x="0" y="4627659"/>
                </a:lnTo>
                <a:lnTo>
                  <a:pt x="0" y="526471"/>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772089" y="5483352"/>
            <a:ext cx="10361130" cy="848177"/>
          </a:xfrm>
        </p:spPr>
        <p:txBody>
          <a:bodyPr vert="horz" lIns="91440" tIns="45720" rIns="91440" bIns="45720" rtlCol="0" anchor="ctr">
            <a:normAutofit/>
          </a:bodyPr>
          <a:lstStyle>
            <a:lvl1pPr>
              <a:lnSpc>
                <a:spcPct val="100000"/>
              </a:lnSpc>
              <a:defRPr lang="en-US" sz="2600" dirty="0">
                <a:solidFill>
                  <a:schemeClr val="tx2"/>
                </a:solidFill>
                <a:latin typeface="+mn-lt"/>
              </a:defRPr>
            </a:lvl1pPr>
          </a:lstStyle>
          <a:p>
            <a:pPr lvl="0"/>
            <a:r>
              <a:rPr lang="en-US"/>
              <a:t>Click to edit Master title style</a:t>
            </a:r>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541015" y="684412"/>
            <a:ext cx="10592204" cy="4122998"/>
          </a:xfrm>
        </p:spPr>
        <p:txBody>
          <a:bodyPr vert="horz" lIns="91440" tIns="45720" rIns="91440" bIns="45720" rtlCol="0" anchor="b">
            <a:normAutofit/>
          </a:bodyPr>
          <a:lstStyle>
            <a:lvl1pPr marL="0" indent="0">
              <a:lnSpc>
                <a:spcPct val="90000"/>
              </a:lnSpc>
              <a:buNone/>
              <a:defRPr lang="en-US" sz="27800" spc="-200" baseline="0" dirty="0">
                <a:solidFill>
                  <a:schemeClr val="accent1"/>
                </a:solidFill>
                <a:latin typeface="+mj-lt"/>
              </a:defRPr>
            </a:lvl1pPr>
          </a:lstStyle>
          <a:p>
            <a:pPr lvl="0"/>
            <a:r>
              <a:rPr lang="en-US"/>
              <a:t>##%</a:t>
            </a:r>
          </a:p>
        </p:txBody>
      </p:sp>
      <p:sp>
        <p:nvSpPr>
          <p:cNvPr id="4" name="Footer Placeholder 3">
            <a:extLst>
              <a:ext uri="{FF2B5EF4-FFF2-40B4-BE49-F238E27FC236}">
                <a16:creationId xmlns:a16="http://schemas.microsoft.com/office/drawing/2014/main" id="{F0225984-1615-5B69-4A65-E3A7E6508DE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3" name="Date Placeholder 2">
            <a:extLst>
              <a:ext uri="{FF2B5EF4-FFF2-40B4-BE49-F238E27FC236}">
                <a16:creationId xmlns:a16="http://schemas.microsoft.com/office/drawing/2014/main" id="{0C53913C-4E7F-A6E2-8028-C03CFD32F302}"/>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11/13/2025</a:t>
            </a:fld>
            <a:endParaRPr lang="en-US"/>
          </a:p>
        </p:txBody>
      </p:sp>
      <p:sp>
        <p:nvSpPr>
          <p:cNvPr id="5" name="Slide Number Placeholder 4">
            <a:extLst>
              <a:ext uri="{FF2B5EF4-FFF2-40B4-BE49-F238E27FC236}">
                <a16:creationId xmlns:a16="http://schemas.microsoft.com/office/drawing/2014/main" id="{26A6A07C-51B6-897B-8C81-FBA62CFE4176}"/>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686041142"/>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3">
    <p:bg>
      <p:bgRef idx="1001">
        <a:schemeClr val="bg2"/>
      </p:bgRef>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D0AA79A0-CEA9-1C5C-A8CA-D3F95D56333A}"/>
              </a:ext>
              <a:ext uri="{C183D7F6-B498-43B3-948B-1728B52AA6E4}">
                <adec:decorative xmlns:adec="http://schemas.microsoft.com/office/drawing/2017/decorative" val="1"/>
              </a:ext>
            </a:extLst>
          </p:cNvPr>
          <p:cNvSpPr/>
          <p:nvPr/>
        </p:nvSpPr>
        <p:spPr>
          <a:xfrm>
            <a:off x="0" y="4757010"/>
            <a:ext cx="11208688" cy="2100988"/>
          </a:xfrm>
          <a:custGeom>
            <a:avLst/>
            <a:gdLst>
              <a:gd name="connsiteX0" fmla="*/ 0 w 11208688"/>
              <a:gd name="connsiteY0" fmla="*/ 0 h 2100988"/>
              <a:gd name="connsiteX1" fmla="*/ 10707166 w 11208688"/>
              <a:gd name="connsiteY1" fmla="*/ 0 h 2100988"/>
              <a:gd name="connsiteX2" fmla="*/ 11208688 w 11208688"/>
              <a:gd name="connsiteY2" fmla="*/ 501522 h 2100988"/>
              <a:gd name="connsiteX3" fmla="*/ 11208688 w 11208688"/>
              <a:gd name="connsiteY3" fmla="*/ 2100988 h 2100988"/>
              <a:gd name="connsiteX4" fmla="*/ 0 w 11208688"/>
              <a:gd name="connsiteY4" fmla="*/ 2100988 h 2100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08688" h="2100988">
                <a:moveTo>
                  <a:pt x="0" y="0"/>
                </a:moveTo>
                <a:lnTo>
                  <a:pt x="10707166" y="0"/>
                </a:lnTo>
                <a:cubicBezTo>
                  <a:pt x="10984149" y="0"/>
                  <a:pt x="11208688" y="224539"/>
                  <a:pt x="11208688" y="501522"/>
                </a:cubicBezTo>
                <a:lnTo>
                  <a:pt x="11208688" y="2100988"/>
                </a:lnTo>
                <a:lnTo>
                  <a:pt x="0" y="2100988"/>
                </a:lnTo>
                <a:close/>
              </a:path>
            </a:pathLst>
          </a:cu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4F2C5FBA-F4AA-552B-2245-767D47272F3B}"/>
              </a:ext>
              <a:ext uri="{C183D7F6-B498-43B3-948B-1728B52AA6E4}">
                <adec:decorative xmlns:adec="http://schemas.microsoft.com/office/drawing/2017/decorative" val="1"/>
              </a:ext>
            </a:extLst>
          </p:cNvPr>
          <p:cNvSpPr/>
          <p:nvPr/>
        </p:nvSpPr>
        <p:spPr>
          <a:xfrm>
            <a:off x="0" y="1"/>
            <a:ext cx="11208688" cy="4627659"/>
          </a:xfrm>
          <a:custGeom>
            <a:avLst/>
            <a:gdLst>
              <a:gd name="connsiteX0" fmla="*/ 0 w 11208688"/>
              <a:gd name="connsiteY0" fmla="*/ 0 h 4627659"/>
              <a:gd name="connsiteX1" fmla="*/ 11208688 w 11208688"/>
              <a:gd name="connsiteY1" fmla="*/ 0 h 4627659"/>
              <a:gd name="connsiteX2" fmla="*/ 11208688 w 11208688"/>
              <a:gd name="connsiteY2" fmla="*/ 4126137 h 4627659"/>
              <a:gd name="connsiteX3" fmla="*/ 10707166 w 11208688"/>
              <a:gd name="connsiteY3" fmla="*/ 4627659 h 4627659"/>
              <a:gd name="connsiteX4" fmla="*/ 0 w 11208688"/>
              <a:gd name="connsiteY4" fmla="*/ 4627659 h 46276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08688" h="4627659">
                <a:moveTo>
                  <a:pt x="0" y="0"/>
                </a:moveTo>
                <a:lnTo>
                  <a:pt x="11208688" y="0"/>
                </a:lnTo>
                <a:lnTo>
                  <a:pt x="11208688" y="4126137"/>
                </a:lnTo>
                <a:cubicBezTo>
                  <a:pt x="11208688" y="4403120"/>
                  <a:pt x="10984149" y="4627659"/>
                  <a:pt x="10707166" y="4627659"/>
                </a:cubicBezTo>
                <a:lnTo>
                  <a:pt x="0" y="4627659"/>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768096" y="5230760"/>
            <a:ext cx="9738852" cy="1017639"/>
          </a:xfrm>
        </p:spPr>
        <p:txBody>
          <a:bodyPr vert="horz" lIns="91440" tIns="45720" rIns="91440" bIns="45720" rtlCol="0" anchor="ctr">
            <a:normAutofit/>
          </a:bodyPr>
          <a:lstStyle>
            <a:lvl1pPr>
              <a:lnSpc>
                <a:spcPct val="100000"/>
              </a:lnSpc>
              <a:defRPr lang="en-US" sz="2600" dirty="0">
                <a:solidFill>
                  <a:schemeClr val="tx2"/>
                </a:solidFill>
                <a:latin typeface="+mn-lt"/>
              </a:defRPr>
            </a:lvl1pPr>
          </a:lstStyle>
          <a:p>
            <a:pPr lvl="0"/>
            <a:r>
              <a:rPr lang="en-US"/>
              <a:t>Click to edit Master title style</a:t>
            </a:r>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549328" y="420624"/>
            <a:ext cx="10592204" cy="4112875"/>
          </a:xfrm>
        </p:spPr>
        <p:txBody>
          <a:bodyPr vert="horz" lIns="91440" tIns="45720" rIns="91440" bIns="45720" rtlCol="0" anchor="b">
            <a:normAutofit/>
          </a:bodyPr>
          <a:lstStyle>
            <a:lvl1pPr marL="0" indent="0">
              <a:lnSpc>
                <a:spcPct val="90000"/>
              </a:lnSpc>
              <a:buNone/>
              <a:defRPr lang="en-US" sz="27800" dirty="0">
                <a:solidFill>
                  <a:schemeClr val="accent1"/>
                </a:solidFill>
                <a:latin typeface="+mj-lt"/>
              </a:defRPr>
            </a:lvl1pPr>
          </a:lstStyle>
          <a:p>
            <a:pPr lvl="0"/>
            <a:r>
              <a:rPr lang="en-US"/>
              <a:t>##%</a:t>
            </a:r>
          </a:p>
        </p:txBody>
      </p:sp>
      <p:sp>
        <p:nvSpPr>
          <p:cNvPr id="4" name="Footer Placeholder 3">
            <a:extLst>
              <a:ext uri="{FF2B5EF4-FFF2-40B4-BE49-F238E27FC236}">
                <a16:creationId xmlns:a16="http://schemas.microsoft.com/office/drawing/2014/main" id="{F0225984-1615-5B69-4A65-E3A7E6508DE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3" name="Date Placeholder 2">
            <a:extLst>
              <a:ext uri="{FF2B5EF4-FFF2-40B4-BE49-F238E27FC236}">
                <a16:creationId xmlns:a16="http://schemas.microsoft.com/office/drawing/2014/main" id="{0C53913C-4E7F-A6E2-8028-C03CFD32F302}"/>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11/13/2025</a:t>
            </a:fld>
            <a:endParaRPr lang="en-US"/>
          </a:p>
        </p:txBody>
      </p:sp>
      <p:sp>
        <p:nvSpPr>
          <p:cNvPr id="5" name="Slide Number Placeholder 4">
            <a:extLst>
              <a:ext uri="{FF2B5EF4-FFF2-40B4-BE49-F238E27FC236}">
                <a16:creationId xmlns:a16="http://schemas.microsoft.com/office/drawing/2014/main" id="{26A6A07C-51B6-897B-8C81-FBA62CFE4176}"/>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3532959607"/>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4">
    <p:bg>
      <p:bgRef idx="1001">
        <a:schemeClr val="bg1"/>
      </p:bgRef>
    </p:bg>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34677EE2-225B-FA02-73B9-DFB5D013592F}"/>
              </a:ext>
              <a:ext uri="{C183D7F6-B498-43B3-948B-1728B52AA6E4}">
                <adec:decorative xmlns:adec="http://schemas.microsoft.com/office/drawing/2017/decorative" val="1"/>
              </a:ext>
            </a:extLst>
          </p:cNvPr>
          <p:cNvSpPr/>
          <p:nvPr/>
        </p:nvSpPr>
        <p:spPr>
          <a:xfrm>
            <a:off x="0" y="4783948"/>
            <a:ext cx="11208688" cy="2074052"/>
          </a:xfrm>
          <a:custGeom>
            <a:avLst/>
            <a:gdLst>
              <a:gd name="connsiteX0" fmla="*/ 0 w 11208688"/>
              <a:gd name="connsiteY0" fmla="*/ 0 h 2074052"/>
              <a:gd name="connsiteX1" fmla="*/ 10707166 w 11208688"/>
              <a:gd name="connsiteY1" fmla="*/ 0 h 2074052"/>
              <a:gd name="connsiteX2" fmla="*/ 11208688 w 11208688"/>
              <a:gd name="connsiteY2" fmla="*/ 501522 h 2074052"/>
              <a:gd name="connsiteX3" fmla="*/ 11208688 w 11208688"/>
              <a:gd name="connsiteY3" fmla="*/ 2074052 h 2074052"/>
              <a:gd name="connsiteX4" fmla="*/ 0 w 11208688"/>
              <a:gd name="connsiteY4" fmla="*/ 2074052 h 2074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08688" h="2074052">
                <a:moveTo>
                  <a:pt x="0" y="0"/>
                </a:moveTo>
                <a:lnTo>
                  <a:pt x="10707166" y="0"/>
                </a:lnTo>
                <a:cubicBezTo>
                  <a:pt x="10984149" y="0"/>
                  <a:pt x="11208688" y="224539"/>
                  <a:pt x="11208688" y="501522"/>
                </a:cubicBezTo>
                <a:lnTo>
                  <a:pt x="11208688" y="2074052"/>
                </a:lnTo>
                <a:lnTo>
                  <a:pt x="0" y="2074052"/>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768096" y="5249809"/>
            <a:ext cx="9768348" cy="1109078"/>
          </a:xfrm>
        </p:spPr>
        <p:txBody>
          <a:bodyPr vert="horz" lIns="91440" tIns="45720" rIns="91440" bIns="45720" rtlCol="0" anchor="ctr">
            <a:normAutofit/>
          </a:bodyPr>
          <a:lstStyle>
            <a:lvl1pPr>
              <a:lnSpc>
                <a:spcPct val="100000"/>
              </a:lnSpc>
              <a:defRPr lang="en-US" sz="2400" dirty="0">
                <a:latin typeface="+mn-lt"/>
              </a:defRPr>
            </a:lvl1pPr>
          </a:lstStyle>
          <a:p>
            <a:pPr lvl="0"/>
            <a:r>
              <a:rPr lang="en-US"/>
              <a:t>Click to edit Master title style</a:t>
            </a:r>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539496" y="341968"/>
            <a:ext cx="11100816" cy="4334256"/>
          </a:xfrm>
        </p:spPr>
        <p:txBody>
          <a:bodyPr vert="horz" lIns="91440" tIns="45720" rIns="91440" bIns="45720" rtlCol="0" anchor="b">
            <a:normAutofit/>
          </a:bodyPr>
          <a:lstStyle>
            <a:lvl1pPr marL="0" indent="0">
              <a:lnSpc>
                <a:spcPct val="90000"/>
              </a:lnSpc>
              <a:buNone/>
              <a:defRPr lang="en-US" sz="27800" dirty="0">
                <a:solidFill>
                  <a:schemeClr val="accent1"/>
                </a:solidFill>
                <a:latin typeface="+mj-lt"/>
              </a:defRPr>
            </a:lvl1pPr>
          </a:lstStyle>
          <a:p>
            <a:pPr lvl="0"/>
            <a:r>
              <a:rPr lang="en-US"/>
              <a:t>##%</a:t>
            </a:r>
          </a:p>
        </p:txBody>
      </p:sp>
      <p:sp>
        <p:nvSpPr>
          <p:cNvPr id="8" name="Footer Placeholder 7">
            <a:extLst>
              <a:ext uri="{FF2B5EF4-FFF2-40B4-BE49-F238E27FC236}">
                <a16:creationId xmlns:a16="http://schemas.microsoft.com/office/drawing/2014/main" id="{881EFD95-05D4-9FAB-FCB7-D3A2AB29456D}"/>
              </a:ext>
            </a:extLst>
          </p:cNvPr>
          <p:cNvSpPr>
            <a:spLocks noGrp="1"/>
          </p:cNvSpPr>
          <p:nvPr>
            <p:ph type="ftr" sz="quarter" idx="15"/>
          </p:nvPr>
        </p:nvSpPr>
        <p:spPr>
          <a:xfrm>
            <a:off x="772090" y="6382512"/>
            <a:ext cx="2816835" cy="338328"/>
          </a:xfrm>
        </p:spPr>
        <p:txBody>
          <a:bodyPr/>
          <a:lstStyle/>
          <a:p>
            <a:endParaRPr lang="en-US"/>
          </a:p>
        </p:txBody>
      </p:sp>
      <p:sp>
        <p:nvSpPr>
          <p:cNvPr id="6" name="Date Placeholder 5">
            <a:extLst>
              <a:ext uri="{FF2B5EF4-FFF2-40B4-BE49-F238E27FC236}">
                <a16:creationId xmlns:a16="http://schemas.microsoft.com/office/drawing/2014/main" id="{1D5117C2-BE70-9A87-4113-2ECE3F1A43BF}"/>
              </a:ext>
            </a:extLst>
          </p:cNvPr>
          <p:cNvSpPr>
            <a:spLocks noGrp="1"/>
          </p:cNvSpPr>
          <p:nvPr>
            <p:ph type="dt" sz="half" idx="14"/>
          </p:nvPr>
        </p:nvSpPr>
        <p:spPr>
          <a:xfrm>
            <a:off x="9291411" y="6382512"/>
            <a:ext cx="1612674" cy="338328"/>
          </a:xfrm>
        </p:spPr>
        <p:txBody>
          <a:bodyPr/>
          <a:lstStyle/>
          <a:p>
            <a:fld id="{D7E3ECEC-7E7B-4FB9-BAE8-5C10F12795EA}" type="datetimeFigureOut">
              <a:rPr lang="en-US" smtClean="0"/>
              <a:t>11/13/2025</a:t>
            </a:fld>
            <a:endParaRPr lang="en-US"/>
          </a:p>
        </p:txBody>
      </p:sp>
      <p:sp>
        <p:nvSpPr>
          <p:cNvPr id="9" name="Slide Number Placeholder 8">
            <a:extLst>
              <a:ext uri="{FF2B5EF4-FFF2-40B4-BE49-F238E27FC236}">
                <a16:creationId xmlns:a16="http://schemas.microsoft.com/office/drawing/2014/main" id="{33776532-A6F1-5788-D1D1-3F91B5B3B7D7}"/>
              </a:ext>
            </a:extLst>
          </p:cNvPr>
          <p:cNvSpPr>
            <a:spLocks noGrp="1"/>
          </p:cNvSpPr>
          <p:nvPr>
            <p:ph type="sldNum" sz="quarter" idx="16"/>
          </p:nvPr>
        </p:nvSpPr>
        <p:spPr>
          <a:xfrm>
            <a:off x="11050742" y="6382512"/>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551368550"/>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4CBAD94-77D4-9CC1-DE93-BFA7FA5FBBB6}"/>
              </a:ext>
              <a:ext uri="{C183D7F6-B498-43B3-948B-1728B52AA6E4}">
                <adec:decorative xmlns:adec="http://schemas.microsoft.com/office/drawing/2017/decorative" val="1"/>
              </a:ext>
            </a:extLst>
          </p:cNvPr>
          <p:cNvSpPr/>
          <p:nvPr/>
        </p:nvSpPr>
        <p:spPr>
          <a:xfrm>
            <a:off x="772090" y="0"/>
            <a:ext cx="11419910" cy="6096000"/>
          </a:xfrm>
          <a:custGeom>
            <a:avLst/>
            <a:gdLst>
              <a:gd name="connsiteX0" fmla="*/ 0 w 11419910"/>
              <a:gd name="connsiteY0" fmla="*/ 0 h 6096000"/>
              <a:gd name="connsiteX1" fmla="*/ 11419910 w 11419910"/>
              <a:gd name="connsiteY1" fmla="*/ 0 h 6096000"/>
              <a:gd name="connsiteX2" fmla="*/ 11419910 w 11419910"/>
              <a:gd name="connsiteY2" fmla="*/ 6096000 h 6096000"/>
              <a:gd name="connsiteX3" fmla="*/ 501522 w 11419910"/>
              <a:gd name="connsiteY3" fmla="*/ 6096000 h 6096000"/>
              <a:gd name="connsiteX4" fmla="*/ 0 w 11419910"/>
              <a:gd name="connsiteY4" fmla="*/ 559447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19910" h="6096000">
                <a:moveTo>
                  <a:pt x="0" y="0"/>
                </a:moveTo>
                <a:lnTo>
                  <a:pt x="11419910" y="0"/>
                </a:lnTo>
                <a:lnTo>
                  <a:pt x="11419910" y="6096000"/>
                </a:lnTo>
                <a:lnTo>
                  <a:pt x="501522" y="6096000"/>
                </a:lnTo>
                <a:cubicBezTo>
                  <a:pt x="224539" y="6096000"/>
                  <a:pt x="0" y="5871461"/>
                  <a:pt x="0" y="5594478"/>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520575" y="863029"/>
            <a:ext cx="9383510" cy="4685017"/>
          </a:xfrm>
        </p:spPr>
        <p:txBody>
          <a:bodyPr anchor="b">
            <a:noAutofit/>
          </a:bodyPr>
          <a:lstStyle>
            <a:lvl1pPr marL="0" indent="0">
              <a:lnSpc>
                <a:spcPct val="90000"/>
              </a:lnSpc>
              <a:buNone/>
              <a:defRPr sz="6600" b="0"/>
            </a:lvl1pPr>
            <a:lvl2pPr marL="228600" indent="0">
              <a:lnSpc>
                <a:spcPct val="90000"/>
              </a:lnSpc>
              <a:buNone/>
              <a:defRPr sz="6000" b="0"/>
            </a:lvl2pPr>
            <a:lvl3pPr marL="457200" indent="0">
              <a:lnSpc>
                <a:spcPct val="90000"/>
              </a:lnSpc>
              <a:buNone/>
              <a:defRPr sz="5400" b="0"/>
            </a:lvl3pPr>
            <a:lvl4pPr marL="685800" indent="0">
              <a:lnSpc>
                <a:spcPct val="90000"/>
              </a:lnSpc>
              <a:buNone/>
              <a:defRPr sz="4800" b="0"/>
            </a:lvl4pPr>
            <a:lvl5pPr marL="914400" indent="0">
              <a:lnSpc>
                <a:spcPct val="90000"/>
              </a:lnSpc>
              <a:buNone/>
              <a:defRPr sz="4400" b="0"/>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7E3ECEC-7E7B-4FB9-BAE8-5C10F12795EA}" type="datetimeFigureOut">
              <a:rPr lang="en-US" smtClean="0"/>
              <a:t>11/13/2025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6311280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94592" y="94592"/>
            <a:ext cx="11617947" cy="5752531"/>
          </a:xfrm>
        </p:spPr>
        <p:txBody>
          <a:bodyPr anchor="t">
            <a:noAutofit/>
          </a:bodyPr>
          <a:lstStyle>
            <a:lvl1pPr marL="0" indent="0">
              <a:lnSpc>
                <a:spcPct val="90000"/>
              </a:lnSpc>
              <a:buNone/>
              <a:defRPr sz="7200" b="0" cap="all" spc="-100" baseline="0">
                <a:solidFill>
                  <a:schemeClr val="accent1"/>
                </a:solidFill>
              </a:defRPr>
            </a:lvl1pPr>
            <a:lvl2pPr marL="228600" indent="0">
              <a:lnSpc>
                <a:spcPct val="90000"/>
              </a:lnSpc>
              <a:buNone/>
              <a:defRPr sz="7200" b="0" cap="all" spc="-100" baseline="0">
                <a:solidFill>
                  <a:schemeClr val="accent1"/>
                </a:solidFill>
              </a:defRPr>
            </a:lvl2pPr>
            <a:lvl3pPr marL="457200" indent="0">
              <a:lnSpc>
                <a:spcPct val="90000"/>
              </a:lnSpc>
              <a:buNone/>
              <a:defRPr sz="7200" b="0" cap="all" spc="-100" baseline="0">
                <a:solidFill>
                  <a:schemeClr val="accent1"/>
                </a:solidFill>
              </a:defRPr>
            </a:lvl3pPr>
            <a:lvl4pPr marL="685800" indent="0">
              <a:lnSpc>
                <a:spcPct val="90000"/>
              </a:lnSpc>
              <a:buNone/>
              <a:defRPr sz="7200" b="0" cap="all" spc="-100" baseline="0">
                <a:solidFill>
                  <a:schemeClr val="accent1"/>
                </a:solidFill>
              </a:defRPr>
            </a:lvl4pPr>
            <a:lvl5pPr marL="914400" indent="0">
              <a:lnSpc>
                <a:spcPct val="90000"/>
              </a:lnSpc>
              <a:buNone/>
              <a:defRPr sz="7200" b="0" cap="all" spc="-100" baseline="0">
                <a:solidFill>
                  <a:schemeClr val="accent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7E3ECEC-7E7B-4FB9-BAE8-5C10F12795EA}" type="datetimeFigureOut">
              <a:rPr lang="en-US" smtClean="0"/>
              <a:t>11/13/2025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82711156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0E08BE8-EB98-F551-F5ED-FE16CE82FBB9}"/>
              </a:ext>
              <a:ext uri="{C183D7F6-B498-43B3-948B-1728B52AA6E4}">
                <adec:decorative xmlns:adec="http://schemas.microsoft.com/office/drawing/2017/decorative" val="1"/>
              </a:ext>
            </a:extLst>
          </p:cNvPr>
          <p:cNvSpPr/>
          <p:nvPr/>
        </p:nvSpPr>
        <p:spPr>
          <a:xfrm>
            <a:off x="1" y="0"/>
            <a:ext cx="11139327" cy="5821522"/>
          </a:xfrm>
          <a:custGeom>
            <a:avLst/>
            <a:gdLst>
              <a:gd name="connsiteX0" fmla="*/ 0 w 11139327"/>
              <a:gd name="connsiteY0" fmla="*/ 0 h 5821522"/>
              <a:gd name="connsiteX1" fmla="*/ 11139327 w 11139327"/>
              <a:gd name="connsiteY1" fmla="*/ 0 h 5821522"/>
              <a:gd name="connsiteX2" fmla="*/ 11139327 w 11139327"/>
              <a:gd name="connsiteY2" fmla="*/ 5320000 h 5821522"/>
              <a:gd name="connsiteX3" fmla="*/ 10637805 w 11139327"/>
              <a:gd name="connsiteY3" fmla="*/ 5821522 h 5821522"/>
              <a:gd name="connsiteX4" fmla="*/ 0 w 11139327"/>
              <a:gd name="connsiteY4" fmla="*/ 5821522 h 58215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39327" h="5821522">
                <a:moveTo>
                  <a:pt x="0" y="0"/>
                </a:moveTo>
                <a:lnTo>
                  <a:pt x="11139327" y="0"/>
                </a:lnTo>
                <a:lnTo>
                  <a:pt x="11139327" y="5320000"/>
                </a:lnTo>
                <a:cubicBezTo>
                  <a:pt x="11139327" y="5596983"/>
                  <a:pt x="10914788" y="5821522"/>
                  <a:pt x="10637805" y="5821522"/>
                </a:cubicBezTo>
                <a:lnTo>
                  <a:pt x="0" y="5821522"/>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90418" y="288194"/>
            <a:ext cx="9976207" cy="5025678"/>
          </a:xfrm>
        </p:spPr>
        <p:txBody>
          <a:bodyPr anchor="t">
            <a:noAutofit/>
          </a:bodyPr>
          <a:lstStyle>
            <a:lvl1pPr marL="0" indent="0">
              <a:lnSpc>
                <a:spcPct val="90000"/>
              </a:lnSpc>
              <a:buNone/>
              <a:defRPr sz="6600" b="0" cap="all" spc="-100" baseline="0">
                <a:solidFill>
                  <a:schemeClr val="accent1"/>
                </a:solidFill>
              </a:defRPr>
            </a:lvl1pPr>
            <a:lvl2pPr marL="228600" indent="0">
              <a:lnSpc>
                <a:spcPct val="90000"/>
              </a:lnSpc>
              <a:buNone/>
              <a:defRPr sz="6600" b="0" cap="all" spc="-100" baseline="0">
                <a:solidFill>
                  <a:schemeClr val="accent1"/>
                </a:solidFill>
              </a:defRPr>
            </a:lvl2pPr>
            <a:lvl3pPr marL="457200" indent="0">
              <a:lnSpc>
                <a:spcPct val="90000"/>
              </a:lnSpc>
              <a:buNone/>
              <a:defRPr sz="6600" b="0" cap="all" spc="-100" baseline="0">
                <a:solidFill>
                  <a:schemeClr val="accent1"/>
                </a:solidFill>
              </a:defRPr>
            </a:lvl3pPr>
            <a:lvl4pPr marL="685800" indent="0">
              <a:lnSpc>
                <a:spcPct val="90000"/>
              </a:lnSpc>
              <a:buNone/>
              <a:defRPr sz="6600" b="0" cap="all" spc="-100" baseline="0">
                <a:solidFill>
                  <a:schemeClr val="accent1"/>
                </a:solidFill>
              </a:defRPr>
            </a:lvl4pPr>
            <a:lvl5pPr marL="914400" indent="0">
              <a:lnSpc>
                <a:spcPct val="90000"/>
              </a:lnSpc>
              <a:buNone/>
              <a:defRPr sz="6600" b="0" cap="all" spc="-100" baseline="0">
                <a:solidFill>
                  <a:schemeClr val="accent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7E3ECEC-7E7B-4FB9-BAE8-5C10F12795EA}" type="datetimeFigureOut">
              <a:rPr lang="en-US" smtClean="0"/>
              <a:t>11/13/2025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766689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4">
    <p:bg>
      <p:bgRef idx="1001">
        <a:schemeClr val="bg2"/>
      </p:bgRef>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EAB2664E-ED20-1581-CFBA-A89627E3FD59}"/>
              </a:ext>
              <a:ext uri="{C183D7F6-B498-43B3-948B-1728B52AA6E4}">
                <adec:decorative xmlns:adec="http://schemas.microsoft.com/office/drawing/2017/decorative" val="1"/>
              </a:ext>
            </a:extLst>
          </p:cNvPr>
          <p:cNvSpPr/>
          <p:nvPr/>
        </p:nvSpPr>
        <p:spPr>
          <a:xfrm>
            <a:off x="1" y="0"/>
            <a:ext cx="10719069" cy="5585244"/>
          </a:xfrm>
          <a:custGeom>
            <a:avLst/>
            <a:gdLst>
              <a:gd name="connsiteX0" fmla="*/ 0 w 10719069"/>
              <a:gd name="connsiteY0" fmla="*/ 0 h 5585244"/>
              <a:gd name="connsiteX1" fmla="*/ 10719069 w 10719069"/>
              <a:gd name="connsiteY1" fmla="*/ 0 h 5585244"/>
              <a:gd name="connsiteX2" fmla="*/ 10719069 w 10719069"/>
              <a:gd name="connsiteY2" fmla="*/ 5083722 h 5585244"/>
              <a:gd name="connsiteX3" fmla="*/ 10217547 w 10719069"/>
              <a:gd name="connsiteY3" fmla="*/ 5585244 h 5585244"/>
              <a:gd name="connsiteX4" fmla="*/ 0 w 10719069"/>
              <a:gd name="connsiteY4" fmla="*/ 5585244 h 5585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9069" h="5585244">
                <a:moveTo>
                  <a:pt x="0" y="0"/>
                </a:moveTo>
                <a:lnTo>
                  <a:pt x="10719069" y="0"/>
                </a:lnTo>
                <a:lnTo>
                  <a:pt x="10719069" y="5083722"/>
                </a:lnTo>
                <a:cubicBezTo>
                  <a:pt x="10719069" y="5360705"/>
                  <a:pt x="10494530" y="5585244"/>
                  <a:pt x="10217547" y="5585244"/>
                </a:cubicBezTo>
                <a:lnTo>
                  <a:pt x="0" y="5585244"/>
                </a:lnTo>
                <a:close/>
              </a:path>
            </a:pathLst>
          </a:cu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31515" y="606176"/>
            <a:ext cx="9339210" cy="4530904"/>
          </a:xfrm>
        </p:spPr>
        <p:txBody>
          <a:bodyPr anchor="b">
            <a:normAutofit/>
          </a:bodyPr>
          <a:lstStyle>
            <a:lvl1pPr marL="0" indent="0">
              <a:lnSpc>
                <a:spcPct val="90000"/>
              </a:lnSpc>
              <a:buNone/>
              <a:defRPr sz="6600" b="0" cap="none" baseline="0">
                <a:solidFill>
                  <a:schemeClr val="accent1"/>
                </a:solidFill>
              </a:defRPr>
            </a:lvl1pPr>
            <a:lvl2pPr marL="228600" indent="0">
              <a:lnSpc>
                <a:spcPct val="90000"/>
              </a:lnSpc>
              <a:buNone/>
              <a:defRPr sz="6000" b="0" cap="none" baseline="0">
                <a:solidFill>
                  <a:schemeClr val="accent1"/>
                </a:solidFill>
              </a:defRPr>
            </a:lvl2pPr>
            <a:lvl3pPr marL="457200" indent="0">
              <a:lnSpc>
                <a:spcPct val="90000"/>
              </a:lnSpc>
              <a:buNone/>
              <a:defRPr sz="5400" b="0" cap="none" baseline="0">
                <a:solidFill>
                  <a:schemeClr val="accent1"/>
                </a:solidFill>
              </a:defRPr>
            </a:lvl3pPr>
            <a:lvl4pPr marL="685800" indent="0">
              <a:lnSpc>
                <a:spcPct val="90000"/>
              </a:lnSpc>
              <a:buNone/>
              <a:defRPr sz="4800" b="0" cap="none" baseline="0">
                <a:solidFill>
                  <a:schemeClr val="accent1"/>
                </a:solidFill>
              </a:defRPr>
            </a:lvl4pPr>
            <a:lvl5pPr marL="914400" indent="0">
              <a:lnSpc>
                <a:spcPct val="90000"/>
              </a:lnSpc>
              <a:buNone/>
              <a:defRPr sz="4400" b="0" cap="none" baseline="0">
                <a:solidFill>
                  <a:schemeClr val="accent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accent1"/>
                </a:solidFill>
              </a:defRPr>
            </a:lvl1p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accent1"/>
                </a:solidFill>
              </a:defRPr>
            </a:lvl1pPr>
          </a:lstStyle>
          <a:p>
            <a:fld id="{D7E3ECEC-7E7B-4FB9-BAE8-5C10F12795EA}" type="datetimeFigureOut">
              <a:rPr lang="en-US" smtClean="0"/>
              <a:t>11/13/2025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accent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366629464"/>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43032" y="1455226"/>
            <a:ext cx="10152770" cy="5065498"/>
          </a:xfrm>
        </p:spPr>
        <p:txBody>
          <a:bodyPr anchor="b">
            <a:normAutofit/>
          </a:bodyPr>
          <a:lstStyle>
            <a:lvl1pPr marL="0" indent="0">
              <a:lnSpc>
                <a:spcPct val="90000"/>
              </a:lnSpc>
              <a:buNone/>
              <a:defRPr sz="7200" b="0">
                <a:solidFill>
                  <a:schemeClr val="accent1"/>
                </a:solidFill>
              </a:defRPr>
            </a:lvl1pPr>
            <a:lvl2pPr marL="228600" indent="0">
              <a:lnSpc>
                <a:spcPct val="90000"/>
              </a:lnSpc>
              <a:buNone/>
              <a:defRPr sz="6600" b="0">
                <a:solidFill>
                  <a:schemeClr val="accent1"/>
                </a:solidFill>
              </a:defRPr>
            </a:lvl2pPr>
            <a:lvl3pPr marL="457200" indent="0">
              <a:lnSpc>
                <a:spcPct val="90000"/>
              </a:lnSpc>
              <a:buNone/>
              <a:defRPr sz="6000" b="0">
                <a:solidFill>
                  <a:schemeClr val="accent1"/>
                </a:solidFill>
              </a:defRPr>
            </a:lvl3pPr>
            <a:lvl4pPr marL="685800" indent="0">
              <a:lnSpc>
                <a:spcPct val="90000"/>
              </a:lnSpc>
              <a:buNone/>
              <a:defRPr sz="5400" b="0">
                <a:solidFill>
                  <a:schemeClr val="accent1"/>
                </a:solidFill>
              </a:defRPr>
            </a:lvl4pPr>
            <a:lvl5pPr marL="914400" indent="0">
              <a:lnSpc>
                <a:spcPct val="90000"/>
              </a:lnSpc>
              <a:buNone/>
              <a:defRPr sz="4800" b="0">
                <a:solidFill>
                  <a:schemeClr val="accent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768096" y="64008"/>
            <a:ext cx="3569995" cy="338328"/>
          </a:xfrm>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9291411" y="64008"/>
            <a:ext cx="1612674" cy="338328"/>
          </a:xfrm>
        </p:spPr>
        <p:txBody>
          <a:bodyPr/>
          <a:lstStyle/>
          <a:p>
            <a:fld id="{D7E3ECEC-7E7B-4FB9-BAE8-5C10F12795EA}" type="datetimeFigureOut">
              <a:rPr lang="en-US" smtClean="0"/>
              <a:t>11/13/2025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055096" y="64008"/>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416099522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p:bg>
      <p:bgPr>
        <a:solidFill>
          <a:schemeClr val="accent3">
            <a:alpha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772090" y="5085707"/>
            <a:ext cx="8968722" cy="757309"/>
          </a:xfrm>
        </p:spPr>
        <p:txBody>
          <a:bodyPr anchor="t">
            <a:normAutofit/>
          </a:bodyPr>
          <a:lstStyle>
            <a:lvl1pPr>
              <a:lnSpc>
                <a:spcPct val="120000"/>
              </a:lnSpc>
              <a:defRPr sz="1600">
                <a:latin typeface="+mn-lt"/>
              </a:defRPr>
            </a:lvl1pPr>
          </a:lstStyle>
          <a:p>
            <a:r>
              <a:rPr lang="en-US"/>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772090" y="821934"/>
            <a:ext cx="8968722" cy="3742116"/>
          </a:xfrm>
        </p:spPr>
        <p:txBody>
          <a:bodyPr anchor="t">
            <a:normAutofit/>
          </a:bodyPr>
          <a:lstStyle>
            <a:lvl1pPr marL="137160" indent="-137160">
              <a:lnSpc>
                <a:spcPct val="100000"/>
              </a:lnSpc>
              <a:spcBef>
                <a:spcPts val="0"/>
              </a:spcBef>
              <a:buNone/>
              <a:defRPr sz="6000">
                <a:solidFill>
                  <a:schemeClr val="accent1"/>
                </a:solidFill>
                <a:latin typeface="+mj-lt"/>
              </a:defRPr>
            </a:lvl1pPr>
          </a:lstStyle>
          <a:p>
            <a:pPr lvl="0"/>
            <a:r>
              <a:rPr lang="en-US"/>
              <a:t>Click to edit Quote</a:t>
            </a:r>
          </a:p>
        </p:txBody>
      </p:sp>
      <p:sp>
        <p:nvSpPr>
          <p:cNvPr id="4" name="Footer Placeholder 3">
            <a:extLst>
              <a:ext uri="{FF2B5EF4-FFF2-40B4-BE49-F238E27FC236}">
                <a16:creationId xmlns:a16="http://schemas.microsoft.com/office/drawing/2014/main" id="{CB66F519-3A11-8ACC-F11B-0C5B8388C6E7}"/>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7450CCE4-9136-9EA6-8630-92DA75F38F3D}"/>
              </a:ext>
            </a:extLst>
          </p:cNvPr>
          <p:cNvSpPr>
            <a:spLocks noGrp="1"/>
          </p:cNvSpPr>
          <p:nvPr>
            <p:ph type="dt" sz="half" idx="10"/>
          </p:nvPr>
        </p:nvSpPr>
        <p:spPr/>
        <p:txBody>
          <a:bodyPr/>
          <a:lstStyle/>
          <a:p>
            <a:fld id="{D7E3ECEC-7E7B-4FB9-BAE8-5C10F12795EA}" type="datetimeFigureOut">
              <a:rPr lang="en-US" smtClean="0"/>
              <a:t>11/13/2025</a:t>
            </a:fld>
            <a:endParaRPr lang="en-US"/>
          </a:p>
        </p:txBody>
      </p:sp>
      <p:sp>
        <p:nvSpPr>
          <p:cNvPr id="5" name="Slide Number Placeholder 4">
            <a:extLst>
              <a:ext uri="{FF2B5EF4-FFF2-40B4-BE49-F238E27FC236}">
                <a16:creationId xmlns:a16="http://schemas.microsoft.com/office/drawing/2014/main" id="{3B677173-46BB-8B19-DE87-86D46A98F540}"/>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3797729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768096" y="4965192"/>
            <a:ext cx="9841113" cy="1289304"/>
          </a:xfrm>
        </p:spPr>
        <p:txBody>
          <a:bodyPr anchor="ctr">
            <a:normAutofit/>
          </a:bodyPr>
          <a:lstStyle>
            <a:lvl1pPr>
              <a:lnSpc>
                <a:spcPct val="120000"/>
              </a:lnSpc>
              <a:defRPr sz="1800" b="0">
                <a:latin typeface="+mn-lt"/>
              </a:defRPr>
            </a:lvl1pPr>
          </a:lstStyle>
          <a:p>
            <a:r>
              <a:rPr lang="en-US"/>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772090" y="729465"/>
            <a:ext cx="9841114" cy="3814182"/>
          </a:xfrm>
        </p:spPr>
        <p:txBody>
          <a:bodyPr anchor="t">
            <a:normAutofit/>
          </a:bodyPr>
          <a:lstStyle>
            <a:lvl1pPr marL="137160" indent="-137160">
              <a:lnSpc>
                <a:spcPct val="90000"/>
              </a:lnSpc>
              <a:spcBef>
                <a:spcPts val="0"/>
              </a:spcBef>
              <a:buNone/>
              <a:defRPr sz="7200">
                <a:solidFill>
                  <a:schemeClr val="accent1"/>
                </a:solidFill>
                <a:latin typeface="+mj-lt"/>
              </a:defRPr>
            </a:lvl1pPr>
          </a:lstStyle>
          <a:p>
            <a:pPr lvl="0"/>
            <a:r>
              <a:rPr lang="en-US"/>
              <a:t>Click to edit Quote</a:t>
            </a:r>
          </a:p>
        </p:txBody>
      </p:sp>
      <p:sp>
        <p:nvSpPr>
          <p:cNvPr id="9" name="Footer Placeholder 8">
            <a:extLst>
              <a:ext uri="{FF2B5EF4-FFF2-40B4-BE49-F238E27FC236}">
                <a16:creationId xmlns:a16="http://schemas.microsoft.com/office/drawing/2014/main" id="{A8AE5996-C1E5-AFF0-1C20-EFDC8711799D}"/>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1554EA42-18F1-82AE-02C3-B2B2A57AD709}"/>
              </a:ext>
            </a:extLst>
          </p:cNvPr>
          <p:cNvSpPr>
            <a:spLocks noGrp="1"/>
          </p:cNvSpPr>
          <p:nvPr>
            <p:ph type="dt" sz="half" idx="14"/>
          </p:nvPr>
        </p:nvSpPr>
        <p:spPr/>
        <p:txBody>
          <a:bodyPr/>
          <a:lstStyle/>
          <a:p>
            <a:fld id="{D7E3ECEC-7E7B-4FB9-BAE8-5C10F12795EA}" type="datetimeFigureOut">
              <a:rPr lang="en-US" smtClean="0"/>
              <a:t>11/13/2025</a:t>
            </a:fld>
            <a:endParaRPr lang="en-US"/>
          </a:p>
        </p:txBody>
      </p:sp>
      <p:sp>
        <p:nvSpPr>
          <p:cNvPr id="10" name="Slide Number Placeholder 9">
            <a:extLst>
              <a:ext uri="{FF2B5EF4-FFF2-40B4-BE49-F238E27FC236}">
                <a16:creationId xmlns:a16="http://schemas.microsoft.com/office/drawing/2014/main" id="{4A8ACF18-7D60-FEE3-1B8D-6E5F51611A84}"/>
              </a:ext>
            </a:extLst>
          </p:cNvPr>
          <p:cNvSpPr>
            <a:spLocks noGrp="1"/>
          </p:cNvSpPr>
          <p:nvPr>
            <p:ph type="sldNum" sz="quarter" idx="16"/>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455012340"/>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3">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243F357D-01B6-71AD-58FF-26C551B8D6F8}"/>
              </a:ext>
              <a:ext uri="{C183D7F6-B498-43B3-948B-1728B52AA6E4}">
                <adec:decorative xmlns:adec="http://schemas.microsoft.com/office/drawing/2017/decorative" val="1"/>
              </a:ext>
            </a:extLst>
          </p:cNvPr>
          <p:cNvSpPr/>
          <p:nvPr/>
        </p:nvSpPr>
        <p:spPr>
          <a:xfrm rot="10800000" flipH="1">
            <a:off x="0" y="5155892"/>
            <a:ext cx="11468099" cy="1702107"/>
          </a:xfrm>
          <a:custGeom>
            <a:avLst/>
            <a:gdLst>
              <a:gd name="connsiteX0" fmla="*/ 10322569 w 10836926"/>
              <a:gd name="connsiteY0" fmla="*/ 1702107 h 1702107"/>
              <a:gd name="connsiteX1" fmla="*/ 0 w 10836926"/>
              <a:gd name="connsiteY1" fmla="*/ 1702107 h 1702107"/>
              <a:gd name="connsiteX2" fmla="*/ 0 w 10836926"/>
              <a:gd name="connsiteY2" fmla="*/ 0 h 1702107"/>
              <a:gd name="connsiteX3" fmla="*/ 10836926 w 10836926"/>
              <a:gd name="connsiteY3" fmla="*/ 0 h 1702107"/>
              <a:gd name="connsiteX4" fmla="*/ 10836926 w 10836926"/>
              <a:gd name="connsiteY4" fmla="*/ 1187751 h 1702107"/>
              <a:gd name="connsiteX5" fmla="*/ 10322569 w 10836926"/>
              <a:gd name="connsiteY5" fmla="*/ 1702107 h 1702107"/>
              <a:gd name="connsiteX0" fmla="*/ 10990389 w 11504746"/>
              <a:gd name="connsiteY0" fmla="*/ 1702107 h 1702107"/>
              <a:gd name="connsiteX1" fmla="*/ 0 w 11504746"/>
              <a:gd name="connsiteY1" fmla="*/ 1702107 h 1702107"/>
              <a:gd name="connsiteX2" fmla="*/ 667820 w 11504746"/>
              <a:gd name="connsiteY2" fmla="*/ 0 h 1702107"/>
              <a:gd name="connsiteX3" fmla="*/ 11504746 w 11504746"/>
              <a:gd name="connsiteY3" fmla="*/ 0 h 1702107"/>
              <a:gd name="connsiteX4" fmla="*/ 11504746 w 11504746"/>
              <a:gd name="connsiteY4" fmla="*/ 1187751 h 1702107"/>
              <a:gd name="connsiteX5" fmla="*/ 10990389 w 11504746"/>
              <a:gd name="connsiteY5" fmla="*/ 1702107 h 1702107"/>
              <a:gd name="connsiteX0" fmla="*/ 11000664 w 11515021"/>
              <a:gd name="connsiteY0" fmla="*/ 1702107 h 1702107"/>
              <a:gd name="connsiteX1" fmla="*/ 10275 w 11515021"/>
              <a:gd name="connsiteY1" fmla="*/ 1702107 h 1702107"/>
              <a:gd name="connsiteX2" fmla="*/ 0 w 11515021"/>
              <a:gd name="connsiteY2" fmla="*/ 0 h 1702107"/>
              <a:gd name="connsiteX3" fmla="*/ 11515021 w 11515021"/>
              <a:gd name="connsiteY3" fmla="*/ 0 h 1702107"/>
              <a:gd name="connsiteX4" fmla="*/ 11515021 w 11515021"/>
              <a:gd name="connsiteY4" fmla="*/ 1187751 h 1702107"/>
              <a:gd name="connsiteX5" fmla="*/ 11000664 w 11515021"/>
              <a:gd name="connsiteY5" fmla="*/ 1702107 h 1702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15021" h="1702107">
                <a:moveTo>
                  <a:pt x="11000664" y="1702107"/>
                </a:moveTo>
                <a:lnTo>
                  <a:pt x="10275" y="1702107"/>
                </a:lnTo>
                <a:lnTo>
                  <a:pt x="0" y="0"/>
                </a:lnTo>
                <a:lnTo>
                  <a:pt x="11515021" y="0"/>
                </a:lnTo>
                <a:lnTo>
                  <a:pt x="11515021" y="1187751"/>
                </a:lnTo>
                <a:cubicBezTo>
                  <a:pt x="11515021" y="1471822"/>
                  <a:pt x="11284736" y="1702107"/>
                  <a:pt x="11000664" y="1702107"/>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1438381" y="5684948"/>
            <a:ext cx="9060691" cy="643997"/>
          </a:xfrm>
        </p:spPr>
        <p:txBody>
          <a:bodyPr anchor="ctr">
            <a:normAutofit/>
          </a:bodyPr>
          <a:lstStyle>
            <a:lvl1pPr algn="r">
              <a:lnSpc>
                <a:spcPct val="120000"/>
              </a:lnSpc>
              <a:defRPr sz="1600">
                <a:latin typeface="+mn-lt"/>
              </a:defRPr>
            </a:lvl1pPr>
          </a:lstStyle>
          <a:p>
            <a:r>
              <a:rPr lang="en-US"/>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1438382" y="1027417"/>
            <a:ext cx="9060691" cy="3400746"/>
          </a:xfrm>
        </p:spPr>
        <p:txBody>
          <a:bodyPr anchor="ctr">
            <a:normAutofit/>
          </a:bodyPr>
          <a:lstStyle>
            <a:lvl1pPr marL="137160" indent="-137160">
              <a:lnSpc>
                <a:spcPct val="100000"/>
              </a:lnSpc>
              <a:spcBef>
                <a:spcPts val="0"/>
              </a:spcBef>
              <a:buNone/>
              <a:defRPr sz="4800">
                <a:solidFill>
                  <a:schemeClr val="accent1"/>
                </a:solidFill>
                <a:latin typeface="+mj-lt"/>
              </a:defRPr>
            </a:lvl1pPr>
          </a:lstStyle>
          <a:p>
            <a:pPr lvl="0"/>
            <a:r>
              <a:rPr lang="en-US"/>
              <a:t>Click to edit Quote</a:t>
            </a:r>
          </a:p>
        </p:txBody>
      </p:sp>
      <p:sp>
        <p:nvSpPr>
          <p:cNvPr id="4" name="Footer Placeholder 3">
            <a:extLst>
              <a:ext uri="{FF2B5EF4-FFF2-40B4-BE49-F238E27FC236}">
                <a16:creationId xmlns:a16="http://schemas.microsoft.com/office/drawing/2014/main" id="{CB66F519-3A11-8ACC-F11B-0C5B8388C6E7}"/>
              </a:ext>
            </a:extLst>
          </p:cNvPr>
          <p:cNvSpPr>
            <a:spLocks noGrp="1"/>
          </p:cNvSpPr>
          <p:nvPr>
            <p:ph type="ftr" sz="quarter" idx="11"/>
          </p:nvPr>
        </p:nvSpPr>
        <p:spPr>
          <a:xfrm>
            <a:off x="772090" y="6382512"/>
            <a:ext cx="2816835" cy="338328"/>
          </a:xfrm>
        </p:spPr>
        <p:txBody>
          <a:bodyPr/>
          <a:lstStyle/>
          <a:p>
            <a:endParaRPr lang="en-US"/>
          </a:p>
        </p:txBody>
      </p:sp>
      <p:sp>
        <p:nvSpPr>
          <p:cNvPr id="3" name="Date Placeholder 2">
            <a:extLst>
              <a:ext uri="{FF2B5EF4-FFF2-40B4-BE49-F238E27FC236}">
                <a16:creationId xmlns:a16="http://schemas.microsoft.com/office/drawing/2014/main" id="{7450CCE4-9136-9EA6-8630-92DA75F38F3D}"/>
              </a:ext>
            </a:extLst>
          </p:cNvPr>
          <p:cNvSpPr>
            <a:spLocks noGrp="1"/>
          </p:cNvSpPr>
          <p:nvPr>
            <p:ph type="dt" sz="half" idx="10"/>
          </p:nvPr>
        </p:nvSpPr>
        <p:spPr>
          <a:xfrm>
            <a:off x="9291411" y="6382512"/>
            <a:ext cx="1612674" cy="338328"/>
          </a:xfrm>
        </p:spPr>
        <p:txBody>
          <a:bodyPr/>
          <a:lstStyle/>
          <a:p>
            <a:fld id="{D7E3ECEC-7E7B-4FB9-BAE8-5C10F12795EA}" type="datetimeFigureOut">
              <a:rPr lang="en-US" smtClean="0"/>
              <a:t>11/13/2025</a:t>
            </a:fld>
            <a:endParaRPr lang="en-US"/>
          </a:p>
        </p:txBody>
      </p:sp>
      <p:sp>
        <p:nvSpPr>
          <p:cNvPr id="5" name="Slide Number Placeholder 4">
            <a:extLst>
              <a:ext uri="{FF2B5EF4-FFF2-40B4-BE49-F238E27FC236}">
                <a16:creationId xmlns:a16="http://schemas.microsoft.com/office/drawing/2014/main" id="{3B677173-46BB-8B19-DE87-86D46A98F540}"/>
              </a:ext>
            </a:extLst>
          </p:cNvPr>
          <p:cNvSpPr>
            <a:spLocks noGrp="1"/>
          </p:cNvSpPr>
          <p:nvPr>
            <p:ph type="sldNum" sz="quarter" idx="12"/>
          </p:nvPr>
        </p:nvSpPr>
        <p:spPr>
          <a:xfrm>
            <a:off x="11050742" y="6382512"/>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4086409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4">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ADA777E9-52E4-B265-D19D-C179BB567FA4}"/>
              </a:ext>
              <a:ext uri="{C183D7F6-B498-43B3-948B-1728B52AA6E4}">
                <adec:decorative xmlns:adec="http://schemas.microsoft.com/office/drawing/2017/decorative" val="1"/>
              </a:ext>
            </a:extLst>
          </p:cNvPr>
          <p:cNvSpPr/>
          <p:nvPr/>
        </p:nvSpPr>
        <p:spPr>
          <a:xfrm>
            <a:off x="0" y="0"/>
            <a:ext cx="10809939" cy="5148072"/>
          </a:xfrm>
          <a:custGeom>
            <a:avLst/>
            <a:gdLst>
              <a:gd name="connsiteX0" fmla="*/ 0 w 10809939"/>
              <a:gd name="connsiteY0" fmla="*/ 0 h 5148072"/>
              <a:gd name="connsiteX1" fmla="*/ 10809939 w 10809939"/>
              <a:gd name="connsiteY1" fmla="*/ 0 h 5148072"/>
              <a:gd name="connsiteX2" fmla="*/ 10809939 w 10809939"/>
              <a:gd name="connsiteY2" fmla="*/ 4646550 h 5148072"/>
              <a:gd name="connsiteX3" fmla="*/ 10308417 w 10809939"/>
              <a:gd name="connsiteY3" fmla="*/ 5148072 h 5148072"/>
              <a:gd name="connsiteX4" fmla="*/ 0 w 10809939"/>
              <a:gd name="connsiteY4" fmla="*/ 5148072 h 5148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9939" h="5148072">
                <a:moveTo>
                  <a:pt x="0" y="0"/>
                </a:moveTo>
                <a:lnTo>
                  <a:pt x="10809939" y="0"/>
                </a:lnTo>
                <a:lnTo>
                  <a:pt x="10809939" y="4646550"/>
                </a:lnTo>
                <a:cubicBezTo>
                  <a:pt x="10809939" y="4923533"/>
                  <a:pt x="10585400" y="5148072"/>
                  <a:pt x="10308417" y="5148072"/>
                </a:cubicBezTo>
                <a:lnTo>
                  <a:pt x="0" y="5148072"/>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767446" y="5518298"/>
            <a:ext cx="8964384" cy="818494"/>
          </a:xfrm>
        </p:spPr>
        <p:txBody>
          <a:bodyPr anchor="ctr">
            <a:normAutofit/>
          </a:bodyPr>
          <a:lstStyle>
            <a:lvl1pPr>
              <a:lnSpc>
                <a:spcPct val="120000"/>
              </a:lnSpc>
              <a:defRPr sz="1600" b="0">
                <a:latin typeface="+mn-lt"/>
              </a:defRPr>
            </a:lvl1pPr>
          </a:lstStyle>
          <a:p>
            <a:r>
              <a:rPr lang="en-US"/>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767446" y="750013"/>
            <a:ext cx="8733760" cy="3800721"/>
          </a:xfrm>
        </p:spPr>
        <p:txBody>
          <a:bodyPr anchor="t">
            <a:normAutofit/>
          </a:bodyPr>
          <a:lstStyle>
            <a:lvl1pPr marL="137160" indent="-137160">
              <a:lnSpc>
                <a:spcPct val="90000"/>
              </a:lnSpc>
              <a:spcBef>
                <a:spcPts val="0"/>
              </a:spcBef>
              <a:buNone/>
              <a:defRPr sz="5400">
                <a:solidFill>
                  <a:schemeClr val="accent1"/>
                </a:solidFill>
                <a:latin typeface="+mj-lt"/>
              </a:defRPr>
            </a:lvl1pPr>
          </a:lstStyle>
          <a:p>
            <a:pPr lvl="0"/>
            <a:r>
              <a:rPr lang="en-US"/>
              <a:t>Click to edit Quote</a:t>
            </a:r>
          </a:p>
        </p:txBody>
      </p:sp>
      <p:sp>
        <p:nvSpPr>
          <p:cNvPr id="8" name="Footer Placeholder 7">
            <a:extLst>
              <a:ext uri="{FF2B5EF4-FFF2-40B4-BE49-F238E27FC236}">
                <a16:creationId xmlns:a16="http://schemas.microsoft.com/office/drawing/2014/main" id="{0AD62116-941C-252B-AE63-2508CE4FDD3F}"/>
              </a:ext>
            </a:extLst>
          </p:cNvPr>
          <p:cNvSpPr>
            <a:spLocks noGrp="1"/>
          </p:cNvSpPr>
          <p:nvPr>
            <p:ph type="ftr" sz="quarter" idx="15"/>
          </p:nvPr>
        </p:nvSpPr>
        <p:spPr>
          <a:xfrm>
            <a:off x="772090" y="6382512"/>
            <a:ext cx="2816835" cy="338328"/>
          </a:xfrm>
        </p:spPr>
        <p:txBody>
          <a:bodyPr/>
          <a:lstStyle/>
          <a:p>
            <a:endParaRPr lang="en-US"/>
          </a:p>
        </p:txBody>
      </p:sp>
      <p:sp>
        <p:nvSpPr>
          <p:cNvPr id="6" name="Date Placeholder 5">
            <a:extLst>
              <a:ext uri="{FF2B5EF4-FFF2-40B4-BE49-F238E27FC236}">
                <a16:creationId xmlns:a16="http://schemas.microsoft.com/office/drawing/2014/main" id="{23547C88-24DC-DAA1-274D-9715ED6805BC}"/>
              </a:ext>
            </a:extLst>
          </p:cNvPr>
          <p:cNvSpPr>
            <a:spLocks noGrp="1"/>
          </p:cNvSpPr>
          <p:nvPr>
            <p:ph type="dt" sz="half" idx="14"/>
          </p:nvPr>
        </p:nvSpPr>
        <p:spPr>
          <a:xfrm>
            <a:off x="9291411" y="6382512"/>
            <a:ext cx="1612674" cy="338328"/>
          </a:xfrm>
        </p:spPr>
        <p:txBody>
          <a:bodyPr/>
          <a:lstStyle/>
          <a:p>
            <a:fld id="{D7E3ECEC-7E7B-4FB9-BAE8-5C10F12795EA}" type="datetimeFigureOut">
              <a:rPr lang="en-US" smtClean="0"/>
              <a:t>11/13/2025</a:t>
            </a:fld>
            <a:endParaRPr lang="en-US"/>
          </a:p>
        </p:txBody>
      </p:sp>
      <p:sp>
        <p:nvSpPr>
          <p:cNvPr id="10" name="Slide Number Placeholder 9">
            <a:extLst>
              <a:ext uri="{FF2B5EF4-FFF2-40B4-BE49-F238E27FC236}">
                <a16:creationId xmlns:a16="http://schemas.microsoft.com/office/drawing/2014/main" id="{A921AC9D-428B-1CE3-499F-1289B47D5F26}"/>
              </a:ext>
            </a:extLst>
          </p:cNvPr>
          <p:cNvSpPr>
            <a:spLocks noGrp="1"/>
          </p:cNvSpPr>
          <p:nvPr>
            <p:ph type="sldNum" sz="quarter" idx="16"/>
          </p:nvPr>
        </p:nvSpPr>
        <p:spPr>
          <a:xfrm>
            <a:off x="11050742" y="6382512"/>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76821676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5">
    <p:bg>
      <p:bgPr>
        <a:solidFill>
          <a:schemeClr val="accent3">
            <a:alpha val="6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0EBA2EC2-4347-818C-501D-DEEA9CA0D13B}"/>
              </a:ext>
              <a:ext uri="{C183D7F6-B498-43B3-948B-1728B52AA6E4}">
                <adec:decorative xmlns:adec="http://schemas.microsoft.com/office/drawing/2017/decorative" val="1"/>
              </a:ext>
            </a:extLst>
          </p:cNvPr>
          <p:cNvSpPr/>
          <p:nvPr/>
        </p:nvSpPr>
        <p:spPr>
          <a:xfrm>
            <a:off x="1" y="-1"/>
            <a:ext cx="10809939" cy="5617255"/>
          </a:xfrm>
          <a:custGeom>
            <a:avLst/>
            <a:gdLst>
              <a:gd name="connsiteX0" fmla="*/ 0 w 10809939"/>
              <a:gd name="connsiteY0" fmla="*/ 0 h 5638868"/>
              <a:gd name="connsiteX1" fmla="*/ 10809939 w 10809939"/>
              <a:gd name="connsiteY1" fmla="*/ 0 h 5638868"/>
              <a:gd name="connsiteX2" fmla="*/ 10809939 w 10809939"/>
              <a:gd name="connsiteY2" fmla="*/ 5116914 h 5638868"/>
              <a:gd name="connsiteX3" fmla="*/ 10287986 w 10809939"/>
              <a:gd name="connsiteY3" fmla="*/ 5638868 h 5638868"/>
              <a:gd name="connsiteX4" fmla="*/ 0 w 10809939"/>
              <a:gd name="connsiteY4" fmla="*/ 5638868 h 563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9939" h="5638868">
                <a:moveTo>
                  <a:pt x="0" y="0"/>
                </a:moveTo>
                <a:lnTo>
                  <a:pt x="10809939" y="0"/>
                </a:lnTo>
                <a:lnTo>
                  <a:pt x="10809939" y="5116914"/>
                </a:lnTo>
                <a:cubicBezTo>
                  <a:pt x="10809939" y="5405181"/>
                  <a:pt x="10576253" y="5638868"/>
                  <a:pt x="10287986" y="5638868"/>
                </a:cubicBezTo>
                <a:lnTo>
                  <a:pt x="0" y="5638868"/>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2876765" y="4318612"/>
            <a:ext cx="7364515" cy="996027"/>
          </a:xfrm>
        </p:spPr>
        <p:txBody>
          <a:bodyPr anchor="ctr">
            <a:normAutofit/>
          </a:bodyPr>
          <a:lstStyle>
            <a:lvl1pPr algn="r">
              <a:lnSpc>
                <a:spcPct val="120000"/>
              </a:lnSpc>
              <a:defRPr sz="1400" b="0" spc="100" baseline="0">
                <a:latin typeface="+mn-lt"/>
              </a:defRPr>
            </a:lvl1pPr>
          </a:lstStyle>
          <a:p>
            <a:r>
              <a:rPr lang="en-US"/>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768096" y="647700"/>
            <a:ext cx="9473184" cy="3670912"/>
          </a:xfrm>
        </p:spPr>
        <p:txBody>
          <a:bodyPr anchor="ctr">
            <a:normAutofit/>
          </a:bodyPr>
          <a:lstStyle>
            <a:lvl1pPr marL="137160" indent="-137160">
              <a:lnSpc>
                <a:spcPct val="100000"/>
              </a:lnSpc>
              <a:spcBef>
                <a:spcPts val="0"/>
              </a:spcBef>
              <a:buNone/>
              <a:defRPr sz="4800">
                <a:solidFill>
                  <a:schemeClr val="tx2"/>
                </a:solidFill>
                <a:latin typeface="+mj-lt"/>
              </a:defRPr>
            </a:lvl1pPr>
          </a:lstStyle>
          <a:p>
            <a:pPr lvl="0"/>
            <a:r>
              <a:rPr lang="en-US"/>
              <a:t>Click to edit Quote</a:t>
            </a:r>
          </a:p>
        </p:txBody>
      </p:sp>
      <p:sp>
        <p:nvSpPr>
          <p:cNvPr id="12" name="Footer Placeholder 11">
            <a:extLst>
              <a:ext uri="{FF2B5EF4-FFF2-40B4-BE49-F238E27FC236}">
                <a16:creationId xmlns:a16="http://schemas.microsoft.com/office/drawing/2014/main" id="{B68D110F-CED3-F33A-EDD7-57811187B5A8}"/>
              </a:ext>
            </a:extLst>
          </p:cNvPr>
          <p:cNvSpPr>
            <a:spLocks noGrp="1"/>
          </p:cNvSpPr>
          <p:nvPr>
            <p:ph type="ftr" sz="quarter" idx="15"/>
          </p:nvPr>
        </p:nvSpPr>
        <p:spPr/>
        <p:txBody>
          <a:bodyPr/>
          <a:lstStyle/>
          <a:p>
            <a:endParaRPr lang="en-US"/>
          </a:p>
        </p:txBody>
      </p:sp>
      <p:sp>
        <p:nvSpPr>
          <p:cNvPr id="11" name="Date Placeholder 10">
            <a:extLst>
              <a:ext uri="{FF2B5EF4-FFF2-40B4-BE49-F238E27FC236}">
                <a16:creationId xmlns:a16="http://schemas.microsoft.com/office/drawing/2014/main" id="{1BE1F328-2362-9468-2593-BAF90BE9CEB0}"/>
              </a:ext>
            </a:extLst>
          </p:cNvPr>
          <p:cNvSpPr>
            <a:spLocks noGrp="1"/>
          </p:cNvSpPr>
          <p:nvPr>
            <p:ph type="dt" sz="half" idx="14"/>
          </p:nvPr>
        </p:nvSpPr>
        <p:spPr/>
        <p:txBody>
          <a:bodyPr/>
          <a:lstStyle/>
          <a:p>
            <a:fld id="{D7E3ECEC-7E7B-4FB9-BAE8-5C10F12795EA}" type="datetimeFigureOut">
              <a:rPr lang="en-US" smtClean="0"/>
              <a:t>11/13/2025</a:t>
            </a:fld>
            <a:endParaRPr lang="en-US"/>
          </a:p>
        </p:txBody>
      </p:sp>
      <p:sp>
        <p:nvSpPr>
          <p:cNvPr id="13" name="Slide Number Placeholder 12">
            <a:extLst>
              <a:ext uri="{FF2B5EF4-FFF2-40B4-BE49-F238E27FC236}">
                <a16:creationId xmlns:a16="http://schemas.microsoft.com/office/drawing/2014/main" id="{DADE9A5F-3A0A-29A6-E008-BCCF7C3761BD}"/>
              </a:ext>
            </a:extLst>
          </p:cNvPr>
          <p:cNvSpPr>
            <a:spLocks noGrp="1"/>
          </p:cNvSpPr>
          <p:nvPr>
            <p:ph type="sldNum" sz="quarter" idx="16"/>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61243302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10706100" cy="674908"/>
          </a:xfrm>
        </p:spPr>
        <p:txBody>
          <a:bodyPr anchor="t"/>
          <a:lstStyle/>
          <a:p>
            <a:r>
              <a:rPr lang="en-US"/>
              <a:t>Click to edit Master title style</a:t>
            </a:r>
          </a:p>
        </p:txBody>
      </p:sp>
      <p:sp>
        <p:nvSpPr>
          <p:cNvPr id="4" name="Content Placeholder 3">
            <a:extLst>
              <a:ext uri="{FF2B5EF4-FFF2-40B4-BE49-F238E27FC236}">
                <a16:creationId xmlns:a16="http://schemas.microsoft.com/office/drawing/2014/main" id="{4B07B2D7-7718-3EA4-C727-BB98633A6739}"/>
              </a:ext>
            </a:extLst>
          </p:cNvPr>
          <p:cNvSpPr>
            <a:spLocks noGrp="1"/>
          </p:cNvSpPr>
          <p:nvPr>
            <p:ph sz="quarter" idx="15"/>
          </p:nvPr>
        </p:nvSpPr>
        <p:spPr>
          <a:xfrm>
            <a:off x="762000" y="1802352"/>
            <a:ext cx="5070020" cy="4293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EB1D51A5-7ABE-E37E-E3A4-3AF4A8448510}"/>
              </a:ext>
            </a:extLst>
          </p:cNvPr>
          <p:cNvSpPr>
            <a:spLocks noGrp="1"/>
          </p:cNvSpPr>
          <p:nvPr>
            <p:ph sz="quarter" idx="16"/>
          </p:nvPr>
        </p:nvSpPr>
        <p:spPr>
          <a:xfrm>
            <a:off x="6394099" y="1802352"/>
            <a:ext cx="5070021" cy="4293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11/13/2025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79219530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770626" y="822960"/>
            <a:ext cx="10697475" cy="550367"/>
          </a:xfrm>
        </p:spPr>
        <p:txBody>
          <a:bodyPr anchor="t"/>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65379" y="1380744"/>
            <a:ext cx="5086659"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0E49B3C-8832-0263-2ACE-16444014FC2C}"/>
              </a:ext>
            </a:extLst>
          </p:cNvPr>
          <p:cNvSpPr>
            <a:spLocks noGrp="1"/>
          </p:cNvSpPr>
          <p:nvPr>
            <p:ph sz="quarter" idx="15"/>
          </p:nvPr>
        </p:nvSpPr>
        <p:spPr>
          <a:xfrm>
            <a:off x="765825" y="2020888"/>
            <a:ext cx="5086349" cy="4227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1380744"/>
            <a:ext cx="5086659"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F5D88C15-4359-3F27-9B17-CB9581414F72}"/>
              </a:ext>
            </a:extLst>
          </p:cNvPr>
          <p:cNvSpPr>
            <a:spLocks noGrp="1"/>
          </p:cNvSpPr>
          <p:nvPr>
            <p:ph sz="quarter" idx="16"/>
          </p:nvPr>
        </p:nvSpPr>
        <p:spPr>
          <a:xfrm>
            <a:off x="6381751" y="2020888"/>
            <a:ext cx="5086350" cy="4227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D7E3ECEC-7E7B-4FB9-BAE8-5C10F12795EA}" type="datetimeFigureOut">
              <a:rPr lang="en-US" smtClean="0"/>
              <a:t>11/13/2025</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44329676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770626" y="822960"/>
            <a:ext cx="10698480" cy="828594"/>
          </a:xfrm>
        </p:spPr>
        <p:txBody>
          <a:bodyPr anchor="t"/>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D7E3ECEC-7E7B-4FB9-BAE8-5C10F12795EA}" type="datetimeFigureOut">
              <a:rPr lang="en-US" smtClean="0"/>
              <a:t>11/13/2025</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45664781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D7E3ECEC-7E7B-4FB9-BAE8-5C10F12795EA}" type="datetimeFigureOut">
              <a:rPr lang="en-US" smtClean="0"/>
              <a:t>11/13/2025</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068622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68096" y="822960"/>
            <a:ext cx="3195484" cy="1504164"/>
          </a:xfrm>
        </p:spPr>
        <p:txBody>
          <a:bodyPr anchor="t">
            <a:normAutofit/>
          </a:bodyPr>
          <a:lstStyle>
            <a:lvl1pPr>
              <a:defRPr sz="24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68096" y="2311121"/>
            <a:ext cx="3195484" cy="3784879"/>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99805" y="836762"/>
            <a:ext cx="6568296" cy="525923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D7E3ECEC-7E7B-4FB9-BAE8-5C10F12795EA}" type="datetimeFigureOut">
              <a:rPr lang="en-US" smtClean="0"/>
              <a:t>11/13/2025</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40588739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772091" y="822960"/>
            <a:ext cx="3041598" cy="1968931"/>
          </a:xfrm>
        </p:spPr>
        <p:txBody>
          <a:bodyPr anchor="t">
            <a:normAutofit/>
          </a:bodyPr>
          <a:lstStyle>
            <a:lvl1pPr>
              <a:defRPr sz="24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768096" y="3147059"/>
            <a:ext cx="3041597" cy="2762035"/>
          </a:xfrm>
        </p:spPr>
        <p:txBody>
          <a:bodyPr vert="horz" lIns="91440" tIns="45720" rIns="91440" bIns="45720" rtlCol="0" anchor="b">
            <a:normAutofit/>
          </a:bodyPr>
          <a:lstStyle>
            <a:lvl1pPr marL="0" indent="0">
              <a:buNone/>
              <a:defRPr lang="en-US" sz="1600" dirty="0"/>
            </a:lvl1pPr>
          </a:lstStyle>
          <a:p>
            <a:pPr lvl="0"/>
            <a:r>
              <a:rPr lang="en-US"/>
              <a:t>Click to edit Master text styles</a:t>
            </a:r>
          </a:p>
        </p:txBody>
      </p:sp>
      <p:sp>
        <p:nvSpPr>
          <p:cNvPr id="9" name="Picture Placeholder 9">
            <a:extLst>
              <a:ext uri="{FF2B5EF4-FFF2-40B4-BE49-F238E27FC236}">
                <a16:creationId xmlns:a16="http://schemas.microsoft.com/office/drawing/2014/main" id="{75E80A04-FEAF-D5E8-F208-D79F5852407B}"/>
              </a:ext>
            </a:extLst>
          </p:cNvPr>
          <p:cNvSpPr>
            <a:spLocks noGrp="1"/>
          </p:cNvSpPr>
          <p:nvPr>
            <p:ph type="pic" sz="quarter" idx="13" hasCustomPrompt="1"/>
          </p:nvPr>
        </p:nvSpPr>
        <p:spPr>
          <a:xfrm>
            <a:off x="4502844" y="0"/>
            <a:ext cx="7689157" cy="6096000"/>
          </a:xfrm>
          <a:custGeom>
            <a:avLst/>
            <a:gdLst>
              <a:gd name="connsiteX0" fmla="*/ 0 w 7689157"/>
              <a:gd name="connsiteY0" fmla="*/ 0 h 6096000"/>
              <a:gd name="connsiteX1" fmla="*/ 7689157 w 7689157"/>
              <a:gd name="connsiteY1" fmla="*/ 0 h 6096000"/>
              <a:gd name="connsiteX2" fmla="*/ 7689157 w 7689157"/>
              <a:gd name="connsiteY2" fmla="*/ 6096000 h 6096000"/>
              <a:gd name="connsiteX3" fmla="*/ 501522 w 7689157"/>
              <a:gd name="connsiteY3" fmla="*/ 6096000 h 6096000"/>
              <a:gd name="connsiteX4" fmla="*/ 0 w 7689157"/>
              <a:gd name="connsiteY4" fmla="*/ 559447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096000">
                <a:moveTo>
                  <a:pt x="0" y="0"/>
                </a:moveTo>
                <a:lnTo>
                  <a:pt x="7689157" y="0"/>
                </a:lnTo>
                <a:lnTo>
                  <a:pt x="7689157" y="6096000"/>
                </a:lnTo>
                <a:lnTo>
                  <a:pt x="501522" y="6096000"/>
                </a:lnTo>
                <a:cubicBezTo>
                  <a:pt x="224539" y="6096000"/>
                  <a:pt x="0" y="5871461"/>
                  <a:pt x="0" y="5594478"/>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D7E3ECEC-7E7B-4FB9-BAE8-5C10F12795EA}" type="datetimeFigureOut">
              <a:rPr lang="en-US" smtClean="0"/>
              <a:t>11/13/2025</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58064735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A6492530-7F0F-7B93-27A9-6F68FAF54390}"/>
              </a:ext>
              <a:ext uri="{C183D7F6-B498-43B3-948B-1728B52AA6E4}">
                <adec:decorative xmlns:adec="http://schemas.microsoft.com/office/drawing/2017/decorative" val="1"/>
              </a:ext>
            </a:extLst>
          </p:cNvPr>
          <p:cNvSpPr/>
          <p:nvPr/>
        </p:nvSpPr>
        <p:spPr>
          <a:xfrm rot="10800000">
            <a:off x="762000" y="2880691"/>
            <a:ext cx="11430000" cy="3977309"/>
          </a:xfrm>
          <a:custGeom>
            <a:avLst/>
            <a:gdLst>
              <a:gd name="connsiteX0" fmla="*/ 0 w 11468099"/>
              <a:gd name="connsiteY0" fmla="*/ 4053508 h 4053508"/>
              <a:gd name="connsiteX1" fmla="*/ 10946146 w 11468099"/>
              <a:gd name="connsiteY1" fmla="*/ 4043963 h 4053508"/>
              <a:gd name="connsiteX2" fmla="*/ 11468099 w 11468099"/>
              <a:gd name="connsiteY2" fmla="*/ 3522009 h 4053508"/>
              <a:gd name="connsiteX3" fmla="*/ 11468099 w 11468099"/>
              <a:gd name="connsiteY3" fmla="*/ 0 h 4053508"/>
              <a:gd name="connsiteX4" fmla="*/ 0 w 11468099"/>
              <a:gd name="connsiteY4" fmla="*/ 0 h 40535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099" h="4053508">
                <a:moveTo>
                  <a:pt x="0" y="4053508"/>
                </a:moveTo>
                <a:lnTo>
                  <a:pt x="10946146" y="4043963"/>
                </a:lnTo>
                <a:cubicBezTo>
                  <a:pt x="11234413" y="4043963"/>
                  <a:pt x="11468099" y="3810276"/>
                  <a:pt x="11468099" y="3522009"/>
                </a:cubicBezTo>
                <a:lnTo>
                  <a:pt x="11468099" y="0"/>
                </a:lnTo>
                <a:lnTo>
                  <a:pt x="0" y="0"/>
                </a:lnTo>
                <a:close/>
              </a:path>
            </a:pathLst>
          </a:custGeom>
          <a:solidFill>
            <a:schemeClr val="bg1"/>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7800" y="190500"/>
            <a:ext cx="11843238" cy="2057400"/>
          </a:xfrm>
        </p:spPr>
        <p:txBody>
          <a:bodyPr anchor="t">
            <a:noAutofit/>
          </a:bodyPr>
          <a:lstStyle>
            <a:lvl1pPr>
              <a:defRPr sz="8800">
                <a:solidFill>
                  <a:schemeClr val="accent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398813" y="3505199"/>
            <a:ext cx="10044665" cy="2667000"/>
          </a:xfrm>
        </p:spPr>
        <p:txBody>
          <a:bodyPr vert="horz" lIns="91440" tIns="45720" rIns="91440" bIns="45720" rtlCol="0">
            <a:normAutofit/>
          </a:bodyPr>
          <a:lstStyle>
            <a:lvl1pPr marL="0" indent="0">
              <a:buNone/>
              <a:defRPr lang="en-US" sz="1400" dirty="0"/>
            </a:lvl1pPr>
            <a:lvl2pPr marL="228600" indent="0">
              <a:buNone/>
              <a:defRPr lang="en-US" sz="1400" dirty="0"/>
            </a:lvl2pPr>
            <a:lvl3pPr marL="457200" indent="0">
              <a:buNone/>
              <a:defRPr lang="en-US" sz="1200" dirty="0"/>
            </a:lvl3pPr>
            <a:lvl4pPr marL="685800" indent="0">
              <a:buNone/>
              <a:defRPr lang="en-US" sz="1200" dirty="0"/>
            </a:lvl4pPr>
            <a:lvl5pPr marL="914400" indent="0">
              <a:buNone/>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398813" y="6329172"/>
            <a:ext cx="2816835" cy="338328"/>
          </a:xfrm>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11/13/2025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536436276"/>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B07D4EEB-8B0C-3EA1-DB0C-896A8F0C8621}"/>
              </a:ext>
              <a:ext uri="{C183D7F6-B498-43B3-948B-1728B52AA6E4}">
                <adec:decorative xmlns:adec="http://schemas.microsoft.com/office/drawing/2017/decorative" val="1"/>
              </a:ext>
            </a:extLst>
          </p:cNvPr>
          <p:cNvSpPr/>
          <p:nvPr/>
        </p:nvSpPr>
        <p:spPr>
          <a:xfrm rot="10800000">
            <a:off x="2677737" y="2952545"/>
            <a:ext cx="9514262" cy="3905455"/>
          </a:xfrm>
          <a:custGeom>
            <a:avLst/>
            <a:gdLst>
              <a:gd name="connsiteX0" fmla="*/ 0 w 9514262"/>
              <a:gd name="connsiteY0" fmla="*/ 3905455 h 3905455"/>
              <a:gd name="connsiteX1" fmla="*/ 0 w 9514262"/>
              <a:gd name="connsiteY1" fmla="*/ 0 h 3905455"/>
              <a:gd name="connsiteX2" fmla="*/ 9514262 w 9514262"/>
              <a:gd name="connsiteY2" fmla="*/ 0 h 3905455"/>
              <a:gd name="connsiteX3" fmla="*/ 9514262 w 9514262"/>
              <a:gd name="connsiteY3" fmla="*/ 3375660 h 3905455"/>
              <a:gd name="connsiteX4" fmla="*/ 8992309 w 9514262"/>
              <a:gd name="connsiteY4" fmla="*/ 3897614 h 39054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14262" h="3905455">
                <a:moveTo>
                  <a:pt x="0" y="3905455"/>
                </a:moveTo>
                <a:lnTo>
                  <a:pt x="0" y="0"/>
                </a:lnTo>
                <a:lnTo>
                  <a:pt x="9514262" y="0"/>
                </a:lnTo>
                <a:lnTo>
                  <a:pt x="9514262" y="3375660"/>
                </a:lnTo>
                <a:cubicBezTo>
                  <a:pt x="9514262" y="3663927"/>
                  <a:pt x="9280576" y="3897614"/>
                  <a:pt x="8992309" y="3897614"/>
                </a:cubicBezTo>
                <a:close/>
              </a:path>
            </a:pathLst>
          </a:custGeom>
          <a:solidFill>
            <a:schemeClr val="bg1"/>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73373" y="190500"/>
            <a:ext cx="10573396" cy="2475644"/>
          </a:xfrm>
        </p:spPr>
        <p:txBody>
          <a:bodyPr anchor="t">
            <a:noAutofit/>
          </a:bodyPr>
          <a:lstStyle>
            <a:lvl1pPr>
              <a:defRPr sz="880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3493213" y="3810000"/>
            <a:ext cx="6976154" cy="1676400"/>
          </a:xfrm>
        </p:spPr>
        <p:txBody>
          <a:bodyPr vert="horz" lIns="91440" tIns="45720" rIns="91440" bIns="45720" rtlCol="0">
            <a:normAutofit/>
          </a:bodyPr>
          <a:lstStyle>
            <a:lvl1pPr marL="0" indent="0">
              <a:buNone/>
              <a:defRPr lang="en-US" sz="1600" dirty="0"/>
            </a:lvl1pPr>
            <a:lvl2pPr marL="228600" indent="0">
              <a:buNone/>
              <a:defRPr lang="en-US" sz="1400" dirty="0"/>
            </a:lvl2pPr>
            <a:lvl3pPr marL="457200" indent="0">
              <a:buNone/>
              <a:defRPr lang="en-US" sz="1200" dirty="0"/>
            </a:lvl3pPr>
            <a:lvl4pPr marL="685800" indent="0">
              <a:buNone/>
              <a:defRPr lang="en-US" sz="1200" dirty="0"/>
            </a:lvl4pPr>
            <a:lvl5pPr marL="914400" indent="0">
              <a:buNone/>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11/13/2025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62354616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772090" y="825747"/>
            <a:ext cx="10696010" cy="618803"/>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774654" y="1506872"/>
            <a:ext cx="10693446" cy="45891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72090" y="6329172"/>
            <a:ext cx="2816835" cy="338328"/>
          </a:xfrm>
          <a:prstGeom prst="rect">
            <a:avLst/>
          </a:prstGeom>
        </p:spPr>
        <p:txBody>
          <a:bodyPr vert="horz" lIns="91440" tIns="45720" rIns="91440" bIns="45720" rtlCol="0" anchor="ctr"/>
          <a:lstStyle>
            <a:lvl1pPr algn="l">
              <a:defRPr sz="750" cap="all" spc="0" baseline="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9291411" y="6329172"/>
            <a:ext cx="1612674" cy="338328"/>
          </a:xfrm>
          <a:prstGeom prst="rect">
            <a:avLst/>
          </a:prstGeom>
        </p:spPr>
        <p:txBody>
          <a:bodyPr vert="horz" lIns="91440" tIns="45720" rIns="91440" bIns="45720" rtlCol="0" anchor="ctr"/>
          <a:lstStyle>
            <a:lvl1pPr algn="r">
              <a:defRPr sz="750">
                <a:solidFill>
                  <a:schemeClr val="tx1"/>
                </a:solidFill>
              </a:defRPr>
            </a:lvl1pPr>
          </a:lstStyle>
          <a:p>
            <a:fld id="{D7E3ECEC-7E7B-4FB9-BAE8-5C10F12795EA}" type="datetimeFigureOut">
              <a:rPr lang="en-US" smtClean="0"/>
              <a:t>11/13/2025</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050742" y="6329172"/>
            <a:ext cx="457200" cy="338328"/>
          </a:xfrm>
          <a:prstGeom prst="rect">
            <a:avLst/>
          </a:prstGeom>
        </p:spPr>
        <p:txBody>
          <a:bodyPr vert="horz" lIns="91440" tIns="45720" rIns="91440" bIns="45720" rtlCol="0" anchor="ctr"/>
          <a:lstStyle>
            <a:lvl1pPr algn="r">
              <a:defRPr sz="750">
                <a:solidFill>
                  <a:schemeClr val="tx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644491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p:txStyles>
    <p:titleStyle>
      <a:lvl1pPr algn="l" defTabSz="914400" rtl="0" eaLnBrk="1" latinLnBrk="0" hangingPunct="1">
        <a:lnSpc>
          <a:spcPct val="95000"/>
        </a:lnSpc>
        <a:spcBef>
          <a:spcPct val="0"/>
        </a:spcBef>
        <a:buNone/>
        <a:defRPr sz="2500" b="0" kern="1200" cap="all" baseline="0">
          <a:solidFill>
            <a:schemeClr val="tx1"/>
          </a:solidFill>
          <a:latin typeface="+mj-lt"/>
          <a:ea typeface="+mj-ea"/>
          <a:cs typeface="+mj-cs"/>
        </a:defRPr>
      </a:lvl1pPr>
    </p:titleStyle>
    <p:bodyStyle>
      <a:lvl1pPr marL="285750" indent="-28575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000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286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8572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0858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pos="480">
          <p15:clr>
            <a:srgbClr val="F26B43"/>
          </p15:clr>
        </p15:guide>
        <p15:guide id="8" pos="7224">
          <p15:clr>
            <a:srgbClr val="F26B43"/>
          </p15:clr>
        </p15:guide>
        <p15:guide id="9" orient="horz" pos="3840">
          <p15:clr>
            <a:srgbClr val="F26B43"/>
          </p15:clr>
        </p15:guide>
        <p15:guide id="10" orient="horz" pos="2160">
          <p15:clr>
            <a:srgbClr val="F26B43"/>
          </p15:clr>
        </p15:guide>
        <p15:guide id="11"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33.xml"/></Relationships>
</file>

<file path=ppt/slides/_rels/slide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2F381-5C97-87CD-7719-8E23C7B29630}"/>
              </a:ext>
            </a:extLst>
          </p:cNvPr>
          <p:cNvSpPr>
            <a:spLocks noGrp="1"/>
          </p:cNvSpPr>
          <p:nvPr>
            <p:ph type="ctrTitle"/>
          </p:nvPr>
        </p:nvSpPr>
        <p:spPr>
          <a:xfrm>
            <a:off x="641211" y="1086121"/>
            <a:ext cx="10922415" cy="2353755"/>
          </a:xfrm>
        </p:spPr>
        <p:txBody>
          <a:bodyPr anchor="ctr">
            <a:normAutofit/>
          </a:bodyPr>
          <a:lstStyle/>
          <a:p>
            <a:pPr algn="l"/>
            <a:r>
              <a:rPr lang="en-US" sz="4200" dirty="0"/>
              <a:t>Spending PATTERNS AS INDICATORS FOR BUSINESS OPPORTUNITIES: PROVINCE BASED ANALYSIS</a:t>
            </a:r>
          </a:p>
        </p:txBody>
      </p:sp>
      <p:sp>
        <p:nvSpPr>
          <p:cNvPr id="3" name="Subtitle 2">
            <a:extLst>
              <a:ext uri="{FF2B5EF4-FFF2-40B4-BE49-F238E27FC236}">
                <a16:creationId xmlns:a16="http://schemas.microsoft.com/office/drawing/2014/main" id="{7FE72E5C-4F5A-9EFF-61C8-5208B853F775}"/>
              </a:ext>
            </a:extLst>
          </p:cNvPr>
          <p:cNvSpPr>
            <a:spLocks noGrp="1"/>
          </p:cNvSpPr>
          <p:nvPr>
            <p:ph type="subTitle" idx="1"/>
          </p:nvPr>
        </p:nvSpPr>
        <p:spPr>
          <a:xfrm>
            <a:off x="640927" y="3792834"/>
            <a:ext cx="7555422" cy="2353755"/>
          </a:xfrm>
        </p:spPr>
        <p:txBody>
          <a:bodyPr anchor="t">
            <a:normAutofit fontScale="62500" lnSpcReduction="20000"/>
          </a:bodyPr>
          <a:lstStyle/>
          <a:p>
            <a:pPr algn="l"/>
            <a:r>
              <a:rPr lang="en-US" sz="5000" dirty="0"/>
              <a:t>Presented By: Bernice </a:t>
            </a:r>
            <a:r>
              <a:rPr lang="en-US" sz="5000" dirty="0" err="1"/>
              <a:t>Buafor</a:t>
            </a:r>
            <a:endParaRPr lang="en-US" sz="5000" dirty="0"/>
          </a:p>
          <a:p>
            <a:pPr algn="l"/>
            <a:endParaRPr lang="en-US" sz="5000" dirty="0"/>
          </a:p>
          <a:p>
            <a:pPr algn="l"/>
            <a:r>
              <a:rPr lang="en-US" sz="5000" dirty="0"/>
              <a:t>Data Source: Survey of Household Spending (SHS) 2019, Statistics Canada </a:t>
            </a:r>
          </a:p>
          <a:p>
            <a:endParaRPr lang="en-US" dirty="0"/>
          </a:p>
        </p:txBody>
      </p:sp>
    </p:spTree>
    <p:extLst>
      <p:ext uri="{BB962C8B-B14F-4D97-AF65-F5344CB8AC3E}">
        <p14:creationId xmlns:p14="http://schemas.microsoft.com/office/powerpoint/2010/main" val="1477537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000"/>
                                  </p:stCondLst>
                                  <p:iterate>
                                    <p:tmPct val="10000"/>
                                  </p:iterate>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700"/>
                                        <p:tgtEl>
                                          <p:spTgt spid="3">
                                            <p:txEl>
                                              <p:pRg st="2" end="2"/>
                                            </p:txEl>
                                          </p:spTgt>
                                        </p:tgtEl>
                                      </p:cBhvr>
                                    </p:animEffect>
                                  </p:childTnLst>
                                </p:cTn>
                              </p:par>
                              <p:par>
                                <p:cTn id="16" presetID="42" presetClass="entr" presetSubtype="0" fill="hold" grpId="1" nodeType="withEffect">
                                  <p:stCondLst>
                                    <p:cond delay="250"/>
                                  </p:stCondLst>
                                  <p:iterate>
                                    <p:tmPct val="10000"/>
                                  </p:iterate>
                                  <p:childTnLst>
                                    <p:set>
                                      <p:cBhvr>
                                        <p:cTn id="17" dur="1" fill="hold">
                                          <p:stCondLst>
                                            <p:cond delay="0"/>
                                          </p:stCondLst>
                                        </p:cTn>
                                        <p:tgtEl>
                                          <p:spTgt spid="3"/>
                                        </p:tgtEl>
                                        <p:attrNameLst>
                                          <p:attrName>style.visibility</p:attrName>
                                        </p:attrNameLst>
                                      </p:cBhvr>
                                      <p:to>
                                        <p:strVal val="visible"/>
                                      </p:to>
                                    </p:set>
                                    <p:animEffect transition="in" filter="fade">
                                      <p:cBhvr>
                                        <p:cTn id="18" dur="250"/>
                                        <p:tgtEl>
                                          <p:spTgt spid="3"/>
                                        </p:tgtEl>
                                      </p:cBhvr>
                                    </p:animEffect>
                                    <p:anim calcmode="lin" valueType="num">
                                      <p:cBhvr>
                                        <p:cTn id="19" dur="250" fill="hold"/>
                                        <p:tgtEl>
                                          <p:spTgt spid="3"/>
                                        </p:tgtEl>
                                        <p:attrNameLst>
                                          <p:attrName>ppt_x</p:attrName>
                                        </p:attrNameLst>
                                      </p:cBhvr>
                                      <p:tavLst>
                                        <p:tav tm="0">
                                          <p:val>
                                            <p:strVal val="#ppt_x"/>
                                          </p:val>
                                        </p:tav>
                                        <p:tav tm="100000">
                                          <p:val>
                                            <p:strVal val="#ppt_x"/>
                                          </p:val>
                                        </p:tav>
                                      </p:tavLst>
                                    </p:anim>
                                    <p:anim calcmode="lin" valueType="num">
                                      <p:cBhvr>
                                        <p:cTn id="20"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76F7F1-08FB-C7C8-C189-F8F082AF31C3}"/>
              </a:ext>
            </a:extLst>
          </p:cNvPr>
          <p:cNvSpPr>
            <a:spLocks noGrp="1"/>
          </p:cNvSpPr>
          <p:nvPr>
            <p:ph type="title"/>
          </p:nvPr>
        </p:nvSpPr>
        <p:spPr>
          <a:xfrm>
            <a:off x="838200" y="557188"/>
            <a:ext cx="10515600" cy="1133499"/>
          </a:xfrm>
        </p:spPr>
        <p:txBody>
          <a:bodyPr vert="horz" lIns="91440" tIns="45720" rIns="91440" bIns="45720" rtlCol="0" anchor="ctr">
            <a:normAutofit/>
          </a:bodyPr>
          <a:lstStyle/>
          <a:p>
            <a:pPr algn="ctr">
              <a:lnSpc>
                <a:spcPct val="90000"/>
              </a:lnSpc>
            </a:pPr>
            <a:r>
              <a:rPr lang="en-US" sz="3600" kern="1200" dirty="0">
                <a:solidFill>
                  <a:schemeClr val="tx1"/>
                </a:solidFill>
                <a:latin typeface="+mj-lt"/>
                <a:ea typeface="+mj-ea"/>
                <a:cs typeface="+mj-cs"/>
              </a:rPr>
              <a:t>Unlocking </a:t>
            </a:r>
            <a:r>
              <a:rPr lang="en-US" sz="3600" kern="1200" dirty="0" err="1">
                <a:solidFill>
                  <a:schemeClr val="tx1"/>
                </a:solidFill>
                <a:latin typeface="+mj-lt"/>
                <a:ea typeface="+mj-ea"/>
                <a:cs typeface="+mj-cs"/>
              </a:rPr>
              <a:t>canada's</a:t>
            </a:r>
            <a:r>
              <a:rPr lang="en-US" sz="3600" kern="1200" dirty="0">
                <a:solidFill>
                  <a:schemeClr val="tx1"/>
                </a:solidFill>
                <a:latin typeface="+mj-lt"/>
                <a:ea typeface="+mj-ea"/>
                <a:cs typeface="+mj-cs"/>
              </a:rPr>
              <a:t> consumer markets</a:t>
            </a:r>
          </a:p>
        </p:txBody>
      </p:sp>
      <p:graphicFrame>
        <p:nvGraphicFramePr>
          <p:cNvPr id="29" name="Content Placeholder 3">
            <a:extLst>
              <a:ext uri="{FF2B5EF4-FFF2-40B4-BE49-F238E27FC236}">
                <a16:creationId xmlns:a16="http://schemas.microsoft.com/office/drawing/2014/main" id="{75CD456D-EDE7-91C0-08AF-B345971360BD}"/>
              </a:ext>
            </a:extLst>
          </p:cNvPr>
          <p:cNvGraphicFramePr>
            <a:graphicFrameLocks noGrp="1"/>
          </p:cNvGraphicFramePr>
          <p:nvPr>
            <p:ph sz="quarter" idx="14"/>
            <p:extLst>
              <p:ext uri="{D42A27DB-BD31-4B8C-83A1-F6EECF244321}">
                <p14:modId xmlns:p14="http://schemas.microsoft.com/office/powerpoint/2010/main" val="1073245781"/>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96878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5691A5-A743-FAFF-A78B-42F146674227}"/>
              </a:ext>
            </a:extLst>
          </p:cNvPr>
          <p:cNvSpPr>
            <a:spLocks noGrp="1"/>
          </p:cNvSpPr>
          <p:nvPr>
            <p:ph type="title"/>
          </p:nvPr>
        </p:nvSpPr>
        <p:spPr>
          <a:xfrm>
            <a:off x="160421" y="725903"/>
            <a:ext cx="6002110" cy="1495425"/>
          </a:xfrm>
        </p:spPr>
        <p:txBody>
          <a:bodyPr vert="horz" lIns="91440" tIns="45720" rIns="91440" bIns="45720" rtlCol="0" anchor="ctr">
            <a:normAutofit/>
          </a:bodyPr>
          <a:lstStyle/>
          <a:p>
            <a:pPr>
              <a:lnSpc>
                <a:spcPct val="90000"/>
              </a:lnSpc>
            </a:pPr>
            <a:r>
              <a:rPr lang="en-US" sz="4000" dirty="0"/>
              <a:t>Project Objectives</a:t>
            </a:r>
          </a:p>
        </p:txBody>
      </p:sp>
      <p:sp>
        <p:nvSpPr>
          <p:cNvPr id="4" name="Content Placeholder 3">
            <a:extLst>
              <a:ext uri="{FF2B5EF4-FFF2-40B4-BE49-F238E27FC236}">
                <a16:creationId xmlns:a16="http://schemas.microsoft.com/office/drawing/2014/main" id="{D5CDA590-5BA3-5679-7EAB-5FD6F0B630F2}"/>
              </a:ext>
            </a:extLst>
          </p:cNvPr>
          <p:cNvSpPr>
            <a:spLocks noGrp="1"/>
          </p:cNvSpPr>
          <p:nvPr>
            <p:ph sz="quarter" idx="14"/>
            <p:extLst>
              <p:ext uri="{E7BDC344-281C-4309-B0C6-D0EE65EED2A8}">
                <p202:designPr xmlns="" xmlns:p202="http://schemas.microsoft.com/office/powerpoint/2020/02/main">
                  <p202:designTagLst>
                    <p202:designTag name="ARCH:1:CLS" val="InformationBlock"/>
                    <p202:designTag name="ARCH:1:VSVAR" val="TitledTextBox"/>
                  </p202:designTagLst>
                </p202:designPr>
              </p:ext>
            </p:extLst>
          </p:nvPr>
        </p:nvSpPr>
        <p:spPr>
          <a:xfrm>
            <a:off x="160421" y="2405067"/>
            <a:ext cx="6678369" cy="3729034"/>
          </a:xfrm>
        </p:spPr>
        <p:txBody>
          <a:bodyPr vert="horz" lIns="91440" tIns="45720" rIns="91440" bIns="45720" rtlCol="0" anchor="t">
            <a:normAutofit/>
          </a:bodyPr>
          <a:lstStyle/>
          <a:p>
            <a:r>
              <a:rPr lang="en-US" sz="1800" dirty="0">
                <a:latin typeface="Arial" panose="020B0604020202020204" pitchFamily="34" charset="0"/>
                <a:cs typeface="Arial" panose="020B0604020202020204" pitchFamily="34" charset="0"/>
              </a:rPr>
              <a:t>Identify provinces leading in consumer spending across major categories</a:t>
            </a:r>
          </a:p>
          <a:p>
            <a:endParaRPr lang="en-US" sz="1800" dirty="0">
              <a:latin typeface="Arial" panose="020B0604020202020204" pitchFamily="34" charset="0"/>
              <a:cs typeface="Arial" panose="020B0604020202020204" pitchFamily="34" charset="0"/>
            </a:endParaRPr>
          </a:p>
          <a:p>
            <a:r>
              <a:rPr lang="en-US" sz="1800" dirty="0">
                <a:latin typeface="Arial" panose="020B0604020202020204" pitchFamily="34" charset="0"/>
                <a:cs typeface="Arial" panose="020B0604020202020204" pitchFamily="34" charset="0"/>
              </a:rPr>
              <a:t>Compare and analyze spending patterns to tailor regional business strategies</a:t>
            </a:r>
          </a:p>
          <a:p>
            <a:endParaRPr lang="en-US" sz="1800" dirty="0">
              <a:latin typeface="Arial" panose="020B0604020202020204" pitchFamily="34" charset="0"/>
              <a:cs typeface="Arial" panose="020B0604020202020204" pitchFamily="34" charset="0"/>
            </a:endParaRPr>
          </a:p>
          <a:p>
            <a:r>
              <a:rPr lang="en-US" sz="1800" dirty="0">
                <a:latin typeface="Arial" panose="020B0604020202020204" pitchFamily="34" charset="0"/>
                <a:cs typeface="Arial" panose="020B0604020202020204" pitchFamily="34" charset="0"/>
              </a:rPr>
              <a:t>Explore income-level based spending differences for targeted segmentation</a:t>
            </a:r>
          </a:p>
          <a:p>
            <a:pPr marL="0" lvl="1" indent="0">
              <a:buFont typeface="Arial" panose="020B0604020202020204" pitchFamily="34" charset="0"/>
              <a:buNone/>
            </a:pPr>
            <a:endParaRPr lang="en-US" sz="1800" dirty="0">
              <a:latin typeface="Arial" panose="020B0604020202020204" pitchFamily="34" charset="0"/>
              <a:cs typeface="Arial" panose="020B0604020202020204" pitchFamily="34" charset="0"/>
            </a:endParaRPr>
          </a:p>
        </p:txBody>
      </p:sp>
      <p:pic>
        <p:nvPicPr>
          <p:cNvPr id="5" name="Content Placeholder 4" descr="3D illustration">
            <a:extLst>
              <a:ext uri="{FF2B5EF4-FFF2-40B4-BE49-F238E27FC236}">
                <a16:creationId xmlns:a16="http://schemas.microsoft.com/office/drawing/2014/main" id="{6C42037E-06A2-43FC-B96C-E254A0BAA81B}"/>
              </a:ext>
            </a:extLst>
          </p:cNvPr>
          <p:cNvPicPr>
            <a:picLocks noGrp="1" noChangeAspect="1"/>
          </p:cNvPicPr>
          <p:nvPr>
            <p:ph type="pic" sz="quarter" idx="15"/>
          </p:nvPr>
        </p:nvPicPr>
        <p:blipFill>
          <a:blip r:embed="rId3"/>
          <a:srcRect l="12157" r="15044"/>
          <a:stretch>
            <a:fillRect/>
          </a:stretch>
        </p:blipFill>
        <p:spPr>
          <a:xfrm>
            <a:off x="7199440" y="10"/>
            <a:ext cx="4992560" cy="6857990"/>
          </a:xfrm>
          <a:prstGeom prst="rect">
            <a:avLst/>
          </a:prstGeom>
          <a:noFill/>
          <a:effectLst/>
        </p:spPr>
      </p:pic>
    </p:spTree>
    <p:extLst>
      <p:ext uri="{BB962C8B-B14F-4D97-AF65-F5344CB8AC3E}">
        <p14:creationId xmlns:p14="http://schemas.microsoft.com/office/powerpoint/2010/main" val="6511427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D3F312-F9BB-AE39-060A-E8EC9BBDDAAD}"/>
              </a:ext>
            </a:extLst>
          </p:cNvPr>
          <p:cNvSpPr>
            <a:spLocks noGrp="1"/>
          </p:cNvSpPr>
          <p:nvPr>
            <p:ph type="title"/>
          </p:nvPr>
        </p:nvSpPr>
        <p:spPr>
          <a:xfrm>
            <a:off x="2270263" y="28876"/>
            <a:ext cx="7508362" cy="1297115"/>
          </a:xfrm>
        </p:spPr>
        <p:txBody>
          <a:bodyPr vert="horz" lIns="91440" tIns="45720" rIns="91440" bIns="45720" rtlCol="0" anchor="t">
            <a:normAutofit/>
          </a:bodyPr>
          <a:lstStyle/>
          <a:p>
            <a:pPr>
              <a:lnSpc>
                <a:spcPct val="90000"/>
              </a:lnSpc>
            </a:pPr>
            <a:r>
              <a:rPr lang="en-US" sz="4000" dirty="0">
                <a:solidFill>
                  <a:schemeClr val="tx2"/>
                </a:solidFill>
              </a:rPr>
              <a:t>DASHBOARD</a:t>
            </a:r>
            <a:r>
              <a:rPr lang="en-US" sz="4000" kern="1200" dirty="0">
                <a:solidFill>
                  <a:schemeClr val="tx2"/>
                </a:solidFill>
                <a:latin typeface="+mj-lt"/>
                <a:ea typeface="+mj-ea"/>
                <a:cs typeface="+mj-cs"/>
              </a:rPr>
              <a:t> OVERVIEW</a:t>
            </a:r>
          </a:p>
        </p:txBody>
      </p:sp>
      <p:pic>
        <p:nvPicPr>
          <p:cNvPr id="8" name="Graphic 7" descr="Bar chart">
            <a:extLst>
              <a:ext uri="{FF2B5EF4-FFF2-40B4-BE49-F238E27FC236}">
                <a16:creationId xmlns:a16="http://schemas.microsoft.com/office/drawing/2014/main" id="{FDE4CC1F-42C0-246B-04BE-D3894D0B819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69" y="1251283"/>
            <a:ext cx="11594857" cy="5291479"/>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5" name="Group 14">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6" name="Freeform: Shape 15">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 name="Picture 3">
            <a:extLst>
              <a:ext uri="{FF2B5EF4-FFF2-40B4-BE49-F238E27FC236}">
                <a16:creationId xmlns:a16="http://schemas.microsoft.com/office/drawing/2014/main" id="{35F6BDD7-649C-4449-AD2C-511C74D691F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7887" y="944590"/>
            <a:ext cx="10433114" cy="5878556"/>
          </a:xfrm>
          <a:prstGeom prst="rect">
            <a:avLst/>
          </a:prstGeom>
        </p:spPr>
      </p:pic>
    </p:spTree>
    <p:extLst>
      <p:ext uri="{BB962C8B-B14F-4D97-AF65-F5344CB8AC3E}">
        <p14:creationId xmlns:p14="http://schemas.microsoft.com/office/powerpoint/2010/main" val="18404679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0C6AE-9790-E8A7-3AB8-9F8D2A5617BB}"/>
              </a:ext>
            </a:extLst>
          </p:cNvPr>
          <p:cNvSpPr>
            <a:spLocks noGrp="1"/>
          </p:cNvSpPr>
          <p:nvPr>
            <p:ph type="title"/>
          </p:nvPr>
        </p:nvSpPr>
        <p:spPr>
          <a:xfrm>
            <a:off x="106739" y="341698"/>
            <a:ext cx="11481203" cy="885250"/>
          </a:xfrm>
        </p:spPr>
        <p:txBody>
          <a:bodyPr anchor="t">
            <a:noAutofit/>
          </a:bodyPr>
          <a:lstStyle/>
          <a:p>
            <a:r>
              <a:rPr lang="en-US" sz="3600" dirty="0"/>
              <a:t>Strategic Business Recommendations</a:t>
            </a:r>
          </a:p>
        </p:txBody>
      </p:sp>
      <p:sp>
        <p:nvSpPr>
          <p:cNvPr id="3" name="Content Placeholder 2">
            <a:extLst>
              <a:ext uri="{FF2B5EF4-FFF2-40B4-BE49-F238E27FC236}">
                <a16:creationId xmlns:a16="http://schemas.microsoft.com/office/drawing/2014/main" id="{4C5AEFFF-756A-D3FA-5675-2E468BA25E17}"/>
              </a:ext>
            </a:extLst>
          </p:cNvPr>
          <p:cNvSpPr>
            <a:spLocks noGrp="1"/>
          </p:cNvSpPr>
          <p:nvPr>
            <p:ph sz="quarter" idx="13"/>
            <p:extLst>
              <p:ext uri="{E7BDC344-281C-4309-B0C6-D0EE65EED2A8}">
                <p202:designPr xmlns="" xmlns:p202="http://schemas.microsoft.com/office/powerpoint/2020/02/main">
                  <p202:designTagLst>
                    <p202:designTag name="ARCH:1:CLS" val="InformationBlock"/>
                    <p202:designTag name="ARCH:1:VSVAR" val="TitledTextBox"/>
                  </p202:designTagLst>
                </p202:designPr>
              </p:ext>
            </p:extLst>
          </p:nvPr>
        </p:nvSpPr>
        <p:spPr>
          <a:xfrm>
            <a:off x="235410" y="1226948"/>
            <a:ext cx="10870394" cy="6516303"/>
          </a:xfrm>
        </p:spPr>
        <p:txBody>
          <a:bodyPr vert="horz" lIns="91440" tIns="45720" rIns="91440" bIns="45720" rtlCol="0" anchor="t">
            <a:noAutofit/>
          </a:bodyPr>
          <a:lstStyle/>
          <a:p>
            <a:pPr marL="0" indent="0">
              <a:buNone/>
            </a:pPr>
            <a:r>
              <a:rPr lang="en-US" sz="1800" dirty="0">
                <a:latin typeface="Arial" panose="020B0604020202020204" pitchFamily="34" charset="0"/>
                <a:cs typeface="Arial" panose="020B0604020202020204" pitchFamily="34" charset="0"/>
              </a:rPr>
              <a:t>Market Prioritization:</a:t>
            </a:r>
          </a:p>
          <a:p>
            <a:pPr lvl="1"/>
            <a:r>
              <a:rPr lang="en-US" sz="1800" dirty="0">
                <a:latin typeface="Arial" panose="020B0604020202020204" pitchFamily="34" charset="0"/>
                <a:cs typeface="Arial" panose="020B0604020202020204" pitchFamily="34" charset="0"/>
              </a:rPr>
              <a:t>Focus on Ontario and Alberta for high luxury consumer spend</a:t>
            </a:r>
          </a:p>
          <a:p>
            <a:pPr marL="0" indent="0">
              <a:buNone/>
            </a:pPr>
            <a:r>
              <a:rPr lang="en-US" sz="1800" dirty="0">
                <a:latin typeface="Arial" panose="020B0604020202020204" pitchFamily="34" charset="0"/>
                <a:cs typeface="Arial" panose="020B0604020202020204" pitchFamily="34" charset="0"/>
              </a:rPr>
              <a:t>Income-Based Segmentation:</a:t>
            </a:r>
          </a:p>
          <a:p>
            <a:pPr lvl="1"/>
            <a:r>
              <a:rPr lang="en-US" sz="1800" dirty="0">
                <a:latin typeface="Arial" panose="020B0604020202020204" pitchFamily="34" charset="0"/>
                <a:cs typeface="Arial" panose="020B0604020202020204" pitchFamily="34" charset="0"/>
              </a:rPr>
              <a:t>Premium segment: Households earning $200K+ for luxury products</a:t>
            </a:r>
          </a:p>
          <a:p>
            <a:pPr lvl="1"/>
            <a:r>
              <a:rPr lang="en-US" sz="1800" dirty="0">
                <a:latin typeface="Arial" panose="020B0604020202020204" pitchFamily="34" charset="0"/>
                <a:cs typeface="Arial" panose="020B0604020202020204" pitchFamily="34" charset="0"/>
              </a:rPr>
              <a:t>Value segment: Households under $200K for essentials</a:t>
            </a:r>
          </a:p>
          <a:p>
            <a:pPr marL="0" indent="0">
              <a:buNone/>
            </a:pPr>
            <a:r>
              <a:rPr lang="en-US" sz="1800" dirty="0">
                <a:latin typeface="Arial" panose="020B0604020202020204" pitchFamily="34" charset="0"/>
                <a:cs typeface="Arial" panose="020B0604020202020204" pitchFamily="34" charset="0"/>
              </a:rPr>
              <a:t>Category Prioritization:</a:t>
            </a:r>
          </a:p>
          <a:p>
            <a:pPr lvl="1"/>
            <a:r>
              <a:rPr lang="en-US" sz="1800" dirty="0">
                <a:latin typeface="Arial" panose="020B0604020202020204" pitchFamily="34" charset="0"/>
                <a:cs typeface="Arial" panose="020B0604020202020204" pitchFamily="34" charset="0"/>
              </a:rPr>
              <a:t>Transportation and Food receive the largest spend share—optimize pricing here</a:t>
            </a:r>
          </a:p>
          <a:p>
            <a:pPr marL="0" indent="0">
              <a:buNone/>
            </a:pPr>
            <a:r>
              <a:rPr lang="en-US" sz="1800" dirty="0">
                <a:latin typeface="Arial" panose="020B0604020202020204" pitchFamily="34" charset="0"/>
                <a:cs typeface="Arial" panose="020B0604020202020204" pitchFamily="34" charset="0"/>
              </a:rPr>
              <a:t>Marketing Focus:</a:t>
            </a:r>
          </a:p>
          <a:p>
            <a:pPr lvl="1"/>
            <a:r>
              <a:rPr lang="en-US" sz="1800" dirty="0">
                <a:latin typeface="Arial" panose="020B0604020202020204" pitchFamily="34" charset="0"/>
                <a:cs typeface="Arial" panose="020B0604020202020204" pitchFamily="34" charset="0"/>
              </a:rPr>
              <a:t>Allocate 80% of marketing effort to top 2 spending provinces</a:t>
            </a:r>
          </a:p>
          <a:p>
            <a:pPr marL="0" indent="0">
              <a:buNone/>
            </a:pPr>
            <a:r>
              <a:rPr lang="en-US" sz="1800" dirty="0">
                <a:latin typeface="Arial" panose="020B0604020202020204" pitchFamily="34" charset="0"/>
                <a:cs typeface="Arial" panose="020B0604020202020204" pitchFamily="34" charset="0"/>
              </a:rPr>
              <a:t>Timing and Rollout:</a:t>
            </a:r>
          </a:p>
          <a:p>
            <a:pPr lvl="1"/>
            <a:r>
              <a:rPr lang="en-US" sz="1800" dirty="0">
                <a:latin typeface="Arial" panose="020B0604020202020204" pitchFamily="34" charset="0"/>
                <a:cs typeface="Arial" panose="020B0604020202020204" pitchFamily="34" charset="0"/>
              </a:rPr>
              <a:t>Phased approach to market entry and expansion</a:t>
            </a:r>
          </a:p>
          <a:p>
            <a:pPr marL="0" indent="0">
              <a:lnSpc>
                <a:spcPct val="110000"/>
              </a:lnSpc>
              <a:buNone/>
            </a:pPr>
            <a:endParaRPr lang="en-US" sz="1800" b="1" dirty="0">
              <a:latin typeface="Arial" panose="020B0604020202020204" pitchFamily="34" charset="0"/>
              <a:cs typeface="Arial" panose="020B0604020202020204" pitchFamily="34" charset="0"/>
            </a:endParaRPr>
          </a:p>
          <a:p>
            <a:pPr marL="0" indent="0">
              <a:lnSpc>
                <a:spcPct val="110000"/>
              </a:lnSpc>
              <a:spcBef>
                <a:spcPts val="2500"/>
              </a:spcBef>
              <a:buNone/>
            </a:pPr>
            <a:endParaRPr lang="en-US" sz="1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93466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B14C2221-2B8C-494D-9442-F812DF4E87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360D81-394F-AEB2-E05A-38839605D64F}"/>
              </a:ext>
            </a:extLst>
          </p:cNvPr>
          <p:cNvSpPr>
            <a:spLocks noGrp="1"/>
          </p:cNvSpPr>
          <p:nvPr>
            <p:ph type="title"/>
          </p:nvPr>
        </p:nvSpPr>
        <p:spPr>
          <a:xfrm>
            <a:off x="116377" y="1946799"/>
            <a:ext cx="2729261" cy="2601119"/>
          </a:xfrm>
        </p:spPr>
        <p:txBody>
          <a:bodyPr vert="horz" lIns="91440" tIns="45720" rIns="91440" bIns="45720" rtlCol="0" anchor="t">
            <a:normAutofit/>
          </a:bodyPr>
          <a:lstStyle/>
          <a:p>
            <a:pPr algn="l"/>
            <a:r>
              <a:rPr lang="en-US" sz="3200" b="0" i="0" dirty="0">
                <a:effectLst/>
                <a:latin typeface="fkGrotesk"/>
              </a:rPr>
              <a:t> Expansion Timeline &amp; Execution Phases</a:t>
            </a:r>
          </a:p>
        </p:txBody>
      </p:sp>
      <p:pic>
        <p:nvPicPr>
          <p:cNvPr id="5" name="Content Placeholder 4" descr="display stock information on LED screen">
            <a:extLst>
              <a:ext uri="{FF2B5EF4-FFF2-40B4-BE49-F238E27FC236}">
                <a16:creationId xmlns:a16="http://schemas.microsoft.com/office/drawing/2014/main" id="{28816593-6170-4FDE-AB25-4F10709323F6}"/>
              </a:ext>
            </a:extLst>
          </p:cNvPr>
          <p:cNvPicPr>
            <a:picLocks noGrp="1" noChangeAspect="1"/>
          </p:cNvPicPr>
          <p:nvPr>
            <p:ph type="pic" sz="quarter" idx="15"/>
          </p:nvPr>
        </p:nvPicPr>
        <p:blipFill>
          <a:blip r:embed="rId3"/>
          <a:srcRect l="35782" r="2" b="2"/>
          <a:stretch>
            <a:fillRect/>
          </a:stretch>
        </p:blipFill>
        <p:spPr>
          <a:xfrm>
            <a:off x="833982" y="733142"/>
            <a:ext cx="879704" cy="914400"/>
          </a:xfrm>
          <a:prstGeom prst="rect">
            <a:avLst/>
          </a:prstGeom>
          <a:noFill/>
        </p:spPr>
      </p:pic>
      <p:sp>
        <p:nvSpPr>
          <p:cNvPr id="4" name="Content Placeholder 3">
            <a:extLst>
              <a:ext uri="{FF2B5EF4-FFF2-40B4-BE49-F238E27FC236}">
                <a16:creationId xmlns:a16="http://schemas.microsoft.com/office/drawing/2014/main" id="{F85BD2BB-8985-B093-D157-337C56A54F16}"/>
              </a:ext>
            </a:extLst>
          </p:cNvPr>
          <p:cNvSpPr>
            <a:spLocks noGrp="1"/>
          </p:cNvSpPr>
          <p:nvPr>
            <p:ph sz="quarter" idx="14"/>
            <p:extLst>
              <p:ext uri="{E7BDC344-281C-4309-B0C6-D0EE65EED2A8}">
                <p202:designPr xmlns="" xmlns:p202="http://schemas.microsoft.com/office/powerpoint/2020/02/main">
                  <p202:designTagLst>
                    <p202:designTag name="ARCH:1:CLS" val="InformationBlock"/>
                    <p202:designTag name="ARCH:1:VSVAR" val="TitledTextBox"/>
                  </p202:designTagLst>
                </p202:designPr>
              </p:ext>
            </p:extLst>
          </p:nvPr>
        </p:nvSpPr>
        <p:spPr>
          <a:xfrm>
            <a:off x="3050464" y="629608"/>
            <a:ext cx="8303335" cy="6003027"/>
          </a:xfrm>
        </p:spPr>
        <p:txBody>
          <a:bodyPr vert="horz" lIns="91440" tIns="45720" rIns="91440" bIns="45720" rtlCol="0" anchor="t">
            <a:normAutofit/>
          </a:bodyPr>
          <a:lstStyle/>
          <a:p>
            <a:r>
              <a:rPr lang="en-US" sz="2000" dirty="0">
                <a:latin typeface="Arial" panose="020B0604020202020204" pitchFamily="34" charset="0"/>
                <a:cs typeface="Arial" panose="020B0604020202020204" pitchFamily="34" charset="0"/>
              </a:rPr>
              <a:t>Phase 1 (0-3 months): Ontario launch; focus on Transportation, Food, Clothing with premium pricing</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Phase 2 (3-6 months): Expand to British Columbia with customized offerings and holiday season campaigns</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Phase 3 (6-12 months): Pricing refinement and broad scaling based on success metrics</a:t>
            </a:r>
          </a:p>
          <a:p>
            <a:pPr marL="0" indent="0">
              <a:spcBef>
                <a:spcPts val="2500"/>
              </a:spcBef>
              <a:buFont typeface="Arial" panose="020B0604020202020204" pitchFamily="34" charset="0"/>
              <a:buNone/>
            </a:pPr>
            <a:endParaRPr lang="en-US"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227852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9C1D1-9F27-433D-9A20-720913E20DFD}"/>
              </a:ext>
            </a:extLst>
          </p:cNvPr>
          <p:cNvSpPr>
            <a:spLocks noGrp="1"/>
          </p:cNvSpPr>
          <p:nvPr>
            <p:ph type="title"/>
          </p:nvPr>
        </p:nvSpPr>
        <p:spPr/>
        <p:txBody>
          <a:bodyPr>
            <a:noAutofit/>
          </a:bodyPr>
          <a:lstStyle/>
          <a:p>
            <a:r>
              <a:rPr lang="en-US" sz="3600" b="0" i="0" dirty="0">
                <a:effectLst/>
                <a:latin typeface="fkGrotesk"/>
              </a:rPr>
              <a:t>Key Performance Indicators (KPIs)</a:t>
            </a:r>
            <a:br>
              <a:rPr lang="en-US" sz="3600" b="0" i="0" dirty="0">
                <a:effectLst/>
                <a:latin typeface="fkGrotesk"/>
              </a:rPr>
            </a:br>
            <a:endParaRPr lang="en-US" sz="3600" dirty="0"/>
          </a:p>
        </p:txBody>
      </p:sp>
      <p:sp>
        <p:nvSpPr>
          <p:cNvPr id="3" name="Content Placeholder 2">
            <a:extLst>
              <a:ext uri="{FF2B5EF4-FFF2-40B4-BE49-F238E27FC236}">
                <a16:creationId xmlns:a16="http://schemas.microsoft.com/office/drawing/2014/main" id="{AA25A17E-E91E-4919-B50B-A69A29E6A72B}"/>
              </a:ext>
            </a:extLst>
          </p:cNvPr>
          <p:cNvSpPr>
            <a:spLocks noGrp="1"/>
          </p:cNvSpPr>
          <p:nvPr>
            <p:ph sz="quarter" idx="14"/>
          </p:nvPr>
        </p:nvSpPr>
        <p:spPr/>
        <p:txBody>
          <a:bodyPr>
            <a:normAutofit/>
          </a:bodyPr>
          <a:lstStyle/>
          <a:p>
            <a:pPr algn="l">
              <a:buFont typeface="Arial" panose="020B0604020202020204" pitchFamily="34" charset="0"/>
              <a:buChar char="•"/>
            </a:pPr>
            <a:r>
              <a:rPr lang="en-US" sz="1800" b="0" i="0" dirty="0">
                <a:effectLst/>
                <a:latin typeface="Arial" panose="020B0604020202020204" pitchFamily="34" charset="0"/>
                <a:cs typeface="Arial" panose="020B0604020202020204" pitchFamily="34" charset="0"/>
              </a:rPr>
              <a:t>Total household spending by province and category</a:t>
            </a:r>
          </a:p>
          <a:p>
            <a:pPr algn="l">
              <a:buFont typeface="Arial" panose="020B0604020202020204" pitchFamily="34" charset="0"/>
              <a:buChar char="•"/>
            </a:pPr>
            <a:endParaRPr lang="en-US" sz="1800" b="0" i="0" dirty="0">
              <a:effectLst/>
              <a:latin typeface="Arial" panose="020B0604020202020204" pitchFamily="34" charset="0"/>
              <a:cs typeface="Arial" panose="020B0604020202020204" pitchFamily="34" charset="0"/>
            </a:endParaRPr>
          </a:p>
          <a:p>
            <a:pPr algn="l">
              <a:buFont typeface="Arial" panose="020B0604020202020204" pitchFamily="34" charset="0"/>
              <a:buChar char="•"/>
            </a:pPr>
            <a:r>
              <a:rPr lang="en-US" sz="1800" b="0" i="0" dirty="0">
                <a:effectLst/>
                <a:latin typeface="Arial" panose="020B0604020202020204" pitchFamily="34" charset="0"/>
                <a:cs typeface="Arial" panose="020B0604020202020204" pitchFamily="34" charset="0"/>
              </a:rPr>
              <a:t>Average household spending per income group</a:t>
            </a:r>
          </a:p>
          <a:p>
            <a:pPr algn="l">
              <a:buFont typeface="Arial" panose="020B0604020202020204" pitchFamily="34" charset="0"/>
              <a:buChar char="•"/>
            </a:pPr>
            <a:endParaRPr lang="en-US" sz="1800" b="0" i="0" dirty="0">
              <a:effectLst/>
              <a:latin typeface="Arial" panose="020B0604020202020204" pitchFamily="34" charset="0"/>
              <a:cs typeface="Arial" panose="020B0604020202020204" pitchFamily="34" charset="0"/>
            </a:endParaRPr>
          </a:p>
          <a:p>
            <a:pPr algn="l">
              <a:buFont typeface="Arial" panose="020B0604020202020204" pitchFamily="34" charset="0"/>
              <a:buChar char="•"/>
            </a:pPr>
            <a:r>
              <a:rPr lang="en-US" sz="1800" b="0" i="0" dirty="0">
                <a:effectLst/>
                <a:latin typeface="Arial" panose="020B0604020202020204" pitchFamily="34" charset="0"/>
                <a:cs typeface="Arial" panose="020B0604020202020204" pitchFamily="34" charset="0"/>
              </a:rPr>
              <a:t>Share of top spending categories in the market</a:t>
            </a:r>
          </a:p>
          <a:p>
            <a:pPr algn="l">
              <a:buFont typeface="Arial" panose="020B0604020202020204" pitchFamily="34" charset="0"/>
              <a:buChar char="•"/>
            </a:pPr>
            <a:endParaRPr lang="en-US" sz="1800" b="0" i="0" dirty="0">
              <a:effectLst/>
              <a:latin typeface="Arial" panose="020B0604020202020204" pitchFamily="34" charset="0"/>
              <a:cs typeface="Arial" panose="020B0604020202020204" pitchFamily="34" charset="0"/>
            </a:endParaRPr>
          </a:p>
          <a:p>
            <a:pPr algn="l">
              <a:buFont typeface="Arial" panose="020B0604020202020204" pitchFamily="34" charset="0"/>
              <a:buChar char="•"/>
            </a:pPr>
            <a:r>
              <a:rPr lang="en-US" sz="1800" b="0" i="0" dirty="0">
                <a:effectLst/>
                <a:latin typeface="Arial" panose="020B0604020202020204" pitchFamily="34" charset="0"/>
                <a:cs typeface="Arial" panose="020B0604020202020204" pitchFamily="34" charset="0"/>
              </a:rPr>
              <a:t>Growth rate in Entertainment and Recreation expenditures</a:t>
            </a:r>
          </a:p>
          <a:p>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946677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D362B23A-6F11-588B-A0E9-58E8FA188FCA}"/>
              </a:ext>
            </a:extLst>
          </p:cNvPr>
          <p:cNvSpPr>
            <a:spLocks noGrp="1"/>
          </p:cNvSpPr>
          <p:nvPr>
            <p:ph type="title"/>
          </p:nvPr>
        </p:nvSpPr>
        <p:spPr>
          <a:xfrm>
            <a:off x="838200" y="669925"/>
            <a:ext cx="4508946" cy="1325563"/>
          </a:xfrm>
        </p:spPr>
        <p:txBody>
          <a:bodyPr vert="horz" lIns="91440" tIns="45720" rIns="91440" bIns="45720" rtlCol="0" anchor="b">
            <a:normAutofit/>
          </a:bodyPr>
          <a:lstStyle/>
          <a:p>
            <a:pPr algn="r">
              <a:lnSpc>
                <a:spcPct val="90000"/>
              </a:lnSpc>
            </a:pPr>
            <a:r>
              <a:rPr lang="en-US" sz="4400" kern="1200">
                <a:solidFill>
                  <a:schemeClr val="bg1"/>
                </a:solidFill>
                <a:latin typeface="+mj-lt"/>
                <a:ea typeface="+mj-ea"/>
                <a:cs typeface="+mj-cs"/>
              </a:rPr>
              <a:t>THANK YOU</a:t>
            </a:r>
          </a:p>
        </p:txBody>
      </p:sp>
      <p:cxnSp>
        <p:nvCxnSpPr>
          <p:cNvPr id="11" name="Straight Connector 10">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4FB138E-C786-34E4-6FF4-B1ABAE9B7489}"/>
              </a:ext>
            </a:extLst>
          </p:cNvPr>
          <p:cNvSpPr>
            <a:spLocks noGrp="1"/>
          </p:cNvSpPr>
          <p:nvPr>
            <p:ph sz="quarter" idx="14"/>
          </p:nvPr>
        </p:nvSpPr>
        <p:spPr>
          <a:xfrm>
            <a:off x="1392667" y="2398957"/>
            <a:ext cx="9406666" cy="3526144"/>
          </a:xfrm>
        </p:spPr>
        <p:txBody>
          <a:bodyPr vert="horz" lIns="91440" tIns="45720" rIns="91440" bIns="45720" rtlCol="0">
            <a:normAutofit/>
          </a:bodyPr>
          <a:lstStyle/>
          <a:p>
            <a:pPr indent="-228600">
              <a:lnSpc>
                <a:spcPct val="90000"/>
              </a:lnSpc>
            </a:pPr>
            <a:endParaRPr lang="en-US" sz="2000">
              <a:solidFill>
                <a:schemeClr val="bg1"/>
              </a:solidFill>
            </a:endParaRPr>
          </a:p>
          <a:p>
            <a:pPr indent="-228600">
              <a:lnSpc>
                <a:spcPct val="90000"/>
              </a:lnSpc>
            </a:pPr>
            <a:endParaRPr lang="en-US" sz="2000">
              <a:solidFill>
                <a:schemeClr val="bg1"/>
              </a:solidFill>
            </a:endParaRPr>
          </a:p>
        </p:txBody>
      </p:sp>
      <p:sp>
        <p:nvSpPr>
          <p:cNvPr id="13" name="Rectangle 12">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21885450"/>
      </p:ext>
    </p:extLst>
  </p:cSld>
  <p:clrMapOvr>
    <a:masterClrMapping/>
  </p:clrMapOvr>
</p:sld>
</file>

<file path=ppt/theme/theme1.xml><?xml version="1.0" encoding="utf-8"?>
<a:theme xmlns:a="http://schemas.openxmlformats.org/drawingml/2006/main" name="Oasis">
  <a:themeElements>
    <a:clrScheme name="Oasis">
      <a:dk1>
        <a:srgbClr val="131313"/>
      </a:dk1>
      <a:lt1>
        <a:sysClr val="window" lastClr="FFFFFF"/>
      </a:lt1>
      <a:dk2>
        <a:srgbClr val="2D2A27"/>
      </a:dk2>
      <a:lt2>
        <a:srgbClr val="F0EBE6"/>
      </a:lt2>
      <a:accent1>
        <a:srgbClr val="9F7667"/>
      </a:accent1>
      <a:accent2>
        <a:srgbClr val="BE8856"/>
      </a:accent2>
      <a:accent3>
        <a:srgbClr val="BD9075"/>
      </a:accent3>
      <a:accent4>
        <a:srgbClr val="939081"/>
      </a:accent4>
      <a:accent5>
        <a:srgbClr val="A16D4C"/>
      </a:accent5>
      <a:accent6>
        <a:srgbClr val="8C8662"/>
      </a:accent6>
      <a:hlink>
        <a:srgbClr val="A57361"/>
      </a:hlink>
      <a:folHlink>
        <a:srgbClr val="8C8662"/>
      </a:folHlink>
    </a:clrScheme>
    <a:fontScheme name="Oasis Font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asis" id="{F87D57D1-6595-40EA-BD1E-F0C34D0EF910}" vid="{ECA7DBCD-4BC8-40F2-8EF4-7A6D942FA19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00A8AE46-CCEC-4D32-B819-DE8E9574F91C}">
  <ds:schemaRefs>
    <ds:schemaRef ds:uri="http://schemas.microsoft.com/sharepoint/v3/contenttype/forms"/>
  </ds:schemaRefs>
</ds:datastoreItem>
</file>

<file path=customXml/itemProps2.xml><?xml version="1.0" encoding="utf-8"?>
<ds:datastoreItem xmlns:ds="http://schemas.openxmlformats.org/officeDocument/2006/customXml" ds:itemID="{59E0C342-8465-4BC7-8BC2-109769D15545}">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C9BDB02-468F-47C2-99BC-A44747A5A2D2}">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Oasis</Template>
  <TotalTime>13066</TotalTime>
  <Words>652</Words>
  <Application>Microsoft Office PowerPoint</Application>
  <PresentationFormat>Widescreen</PresentationFormat>
  <Paragraphs>53</Paragraphs>
  <Slides>8</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fkGrotesk</vt:lpstr>
      <vt:lpstr>Neue Haas Grotesk Text Pro</vt:lpstr>
      <vt:lpstr>Oasis</vt:lpstr>
      <vt:lpstr>Spending PATTERNS AS INDICATORS FOR BUSINESS OPPORTUNITIES: PROVINCE BASED ANALYSIS</vt:lpstr>
      <vt:lpstr>Unlocking canada's consumer markets</vt:lpstr>
      <vt:lpstr>Project Objectives</vt:lpstr>
      <vt:lpstr>DASHBOARD OVERVIEW</vt:lpstr>
      <vt:lpstr>Strategic Business Recommendations</vt:lpstr>
      <vt:lpstr> Expansion Timeline &amp; Execution Phases</vt:lpstr>
      <vt:lpstr>Key Performance Indicators (KPIs)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Spending PATTERNS AS INDICATORS FOR BUSINESS OPPORTUNITIES: PROVINCE BASED</dc:title>
  <cp:lastModifiedBy>GSS_DQMT</cp:lastModifiedBy>
  <cp:revision>294</cp:revision>
  <dcterms:created xsi:type="dcterms:W3CDTF">2025-08-21T23:18:14Z</dcterms:created>
  <dcterms:modified xsi:type="dcterms:W3CDTF">2025-11-13T00:57:57Z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